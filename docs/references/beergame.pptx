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69" r:id="rId5"/>
    <p:sldId id="273" r:id="rId6"/>
    <p:sldId id="272" r:id="rId7"/>
    <p:sldId id="274" r:id="rId8"/>
    <p:sldId id="270" r:id="rId9"/>
    <p:sldId id="271" r:id="rId10"/>
    <p:sldId id="258" r:id="rId11"/>
    <p:sldId id="259" r:id="rId12"/>
    <p:sldId id="260" r:id="rId13"/>
    <p:sldId id="261" r:id="rId14"/>
    <p:sldId id="264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DDDDDD"/>
    <a:srgbClr val="FFFF66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4046" y="19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0C467-4D78-4400-B39E-E48B5EBA2AB9}" type="datetimeFigureOut">
              <a:rPr lang="nb-NO" smtClean="0"/>
              <a:t>08.11.2025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CB332-A5C9-4A27-8EB5-A35A564ABE9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641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6AD5-2880-D312-10F1-6962A9042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35B6E70-160D-E557-06DC-1E3E46EA0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9134169E-4D1E-FBC7-E685-C3A8A3452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93BE10E9-0C06-A5F3-34DC-72ED7C548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CB332-A5C9-4A27-8EB5-A35A564ABE96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765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CB332-A5C9-4A27-8EB5-A35A564ABE96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7543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8564-1435-8C81-B0D9-9396E8F4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EB16A53A-9A98-0EB8-3805-6A5055725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095EB692-A75E-0270-4DDF-AB2CA7237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C719713-27F6-E8C4-F7A1-D17C391B3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CB332-A5C9-4A27-8EB5-A35A564ABE96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15870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23A99E9-06CB-D0A5-3AF7-0499CB8FB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C274392-75A8-3BFD-062C-60F4F058F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B4378A2-1629-A20D-E212-02C8C454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91ACB43-6CF5-FCF8-235D-6CAA1F71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BFEED45-8DEC-29B6-C665-507F4159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16A85-CD89-4068-864B-EBCE56EA536F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67294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BBB53B1-ACE8-7DBB-62F3-10027592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8542625-A5C6-3983-89E1-388E6348D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98AE8AC-B3E1-1398-FE95-F9A8A206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6C6E949-61B4-A947-E978-AC4E7F6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72E7B2F-D88B-42BA-4302-89FFFA78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F5089A-AF1F-4129-A7F3-1E4180A54B48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425182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A6FE8E5-9A40-01DC-8003-E0C59DDC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AF35FEE-56D5-EA65-6DA4-514A7DD90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876399D-725B-FA23-BFB6-3F7D8418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0E9A8E0-624A-EE4B-BB71-1979AF03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49576B6-5B91-D163-524B-708DA90A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265EC-5549-4D5F-B81E-9CA7A78803AC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214018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0D5350A-794E-FB4A-2129-A20D34A8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8F0083-A360-09C7-B395-D44DA68AE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7017307-E5D9-10A2-879C-01071F3A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18D515B-BA00-74BA-DA52-6D048EAC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9D32A90-08CF-A1E0-7527-7B521EE18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01B27E2-53C4-4E01-5D84-66D697F0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0DAF0A-37EE-4068-8794-39A684E46120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56256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8F9CEB8-394D-55D7-701B-CEE27AB4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628482A-2CC4-41D7-3995-858CA5F43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98D93AD-38FA-CF56-F991-1789A239B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A1CCA7A-DF49-0BE0-405C-85B03F875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F35AD4B-F844-0940-0F1E-5984C4445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EBD2320D-23ED-97C7-7EAE-5C5E6931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C15C6EC9-0E1C-7D1C-D8EC-1C9D0B365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65DFA5E-3AE5-0817-1503-3579021DA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45B55-8AEE-46FE-A169-AFC025B204E6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222495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CD82241-0855-2852-B20A-BBB793AD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35E9B492-E79A-3CC7-803A-2E3A1C2C2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B818B1A-E71C-852B-AE20-384DBB4D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280B13D-BE3D-1E1A-984F-6F86475A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51F7A-8C88-42E1-AF04-957E5EAB6554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1451387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36B8244-5902-8C69-D17F-297D038D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E3EFD769-DB26-A010-234A-473DAD5A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9E47B43-E5D4-4C89-425B-9880C89F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30B15-1AFC-4D9E-BB93-3557D08D6891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78848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66AB720-3ED7-C7DC-A445-AC9F65AB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0246661-9616-66FE-99A4-C3DD9CFC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4775E8F-3A3F-B4FD-5A67-7B89BF0B3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221D1A2-7649-BB06-1BA4-B4797362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DF5EEEE-79C5-7859-AB7E-FF899F97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FE6A8A8-38E0-91DD-F194-16CB580A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4EDBA9-7CD7-4CF4-8A99-3DA78E3CF386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55905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A2B38A6-4B7D-3DF7-F727-317352F8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50B780E5-CC5F-2A68-06FB-BE5722102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E800678-0495-991F-400A-C5A9478D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D0CCDCB-49A4-6D0D-BD31-F7C67204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B028E42-C7B9-B231-2E35-F77E016A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47779F8-22B2-D6B5-5C66-9E93CEF4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8F6F14-D67B-47F2-9A67-EB7AE16B96F1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101970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2D46C91-79A1-E03E-2A56-160D5856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E0D4865-7392-32C8-9F39-14BAF859E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C771F8D-E737-1252-18A8-B3A6601B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4F09E15-294C-1E42-3682-59FA56A2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4032388-190A-9C62-0727-7557F997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76CF1E-8450-4CCC-B360-8B02CD92C85D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97204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0D9062D-375D-7C18-9677-847A6BCC9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7DAB958-7651-8F69-39F4-E6B783B99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8D50EF9-B391-9107-1227-1A47CD3F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D90BCAC-87EF-5998-CB54-7289FD22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272FFB3-7820-C435-0FF5-2FF79045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A8FA0-6D71-4A1F-8078-4FE2E9B287A4}" type="slidenum">
              <a:rPr lang="de-DE" altLang="nb-NO"/>
              <a:pPr/>
              <a:t>‹#›</a:t>
            </a:fld>
            <a:endParaRPr lang="de-DE" altLang="nb-NO"/>
          </a:p>
        </p:txBody>
      </p:sp>
    </p:spTree>
    <p:extLst>
      <p:ext uri="{BB962C8B-B14F-4D97-AF65-F5344CB8AC3E}">
        <p14:creationId xmlns:p14="http://schemas.microsoft.com/office/powerpoint/2010/main" val="387030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6E4727-31A9-BF0E-007A-5C0CD0EB2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nb-NO"/>
              <a:t>Titelmasterformat durch Klicken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EE3212-63EC-AD3C-A613-CA6F8374E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nb-NO"/>
              <a:t>Textmasterformate durch Klicken bearbeiten</a:t>
            </a:r>
          </a:p>
          <a:p>
            <a:pPr lvl="1"/>
            <a:r>
              <a:rPr lang="de-DE" altLang="nb-NO"/>
              <a:t>Zweite Ebene</a:t>
            </a:r>
          </a:p>
          <a:p>
            <a:pPr lvl="2"/>
            <a:r>
              <a:rPr lang="de-DE" altLang="nb-NO"/>
              <a:t>Dritte Ebene</a:t>
            </a:r>
          </a:p>
          <a:p>
            <a:pPr lvl="3"/>
            <a:r>
              <a:rPr lang="de-DE" altLang="nb-NO"/>
              <a:t>Vierte Ebene</a:t>
            </a:r>
          </a:p>
          <a:p>
            <a:pPr lvl="4"/>
            <a:r>
              <a:rPr lang="de-DE" altLang="nb-NO"/>
              <a:t>Fünfte Ebene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9BDCA3-ADC6-C396-F03A-7C9891304D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DE" altLang="nb-NO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0F5C9B7-DC37-F040-E1BB-40A21BCA96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DE" altLang="nb-NO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451009-DFAD-AA92-9B69-87DF88A9B5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8109EA3-6E22-421F-BF00-46B0240C3458}" type="slidenum">
              <a:rPr lang="de-DE" altLang="nb-NO"/>
              <a:pPr/>
              <a:t>‹#›</a:t>
            </a:fld>
            <a:endParaRPr lang="de-DE" alt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1AE114F-1D51-F847-A408-E0ABF2228C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AU" altLang="nb-NO" sz="4400"/>
              <a:t>The beer game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90B66FE-0236-E1D8-D90A-FA0EE37ED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AU" altLang="nb-NO" sz="3200"/>
              <a:t>INTRODUCTION</a:t>
            </a:r>
          </a:p>
          <a:p>
            <a:r>
              <a:rPr lang="en-AU" altLang="nb-NO" sz="3200"/>
              <a:t>Kai Riemer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10">
            <a:extLst>
              <a:ext uri="{FF2B5EF4-FFF2-40B4-BE49-F238E27FC236}">
                <a16:creationId xmlns:a16="http://schemas.microsoft.com/office/drawing/2014/main" id="{870F43CE-66E9-5672-1DF7-455BAF443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1A8AC7C2-41B1-18EA-6FF6-60211E1E1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BAD22086-9E20-6D5E-E7C1-3DDDCFFE3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01E3C07B-E123-16EA-984A-00635A246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9D1A446C-61AD-5069-7622-B5449A971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48F8E16B-E973-D132-4155-A8F64572F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3088" name="Rectangle 16">
            <a:extLst>
              <a:ext uri="{FF2B5EF4-FFF2-40B4-BE49-F238E27FC236}">
                <a16:creationId xmlns:a16="http://schemas.microsoft.com/office/drawing/2014/main" id="{D0E328A3-8D65-E970-37F8-3A605DC27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3089" name="Rectangle 17">
            <a:extLst>
              <a:ext uri="{FF2B5EF4-FFF2-40B4-BE49-F238E27FC236}">
                <a16:creationId xmlns:a16="http://schemas.microsoft.com/office/drawing/2014/main" id="{6B4A6AD3-15AD-867D-494A-DC51456B994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ECABE7E2-EF2C-1B73-ED05-F23F1C98D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7986E0A6-29C4-F242-D13E-0200F0F80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F3185058-9F50-D0C4-B23E-E55AAF412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9FE02F7D-92DE-A8F1-F4F8-4A905BDB8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4" name="Rectangle 22">
            <a:extLst>
              <a:ext uri="{FF2B5EF4-FFF2-40B4-BE49-F238E27FC236}">
                <a16:creationId xmlns:a16="http://schemas.microsoft.com/office/drawing/2014/main" id="{2B533600-B1FA-FD48-0D6A-892B0A9A9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9296A671-FA5B-CF1E-079B-7DB53D949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B6A59004-44D9-5E72-43D3-BC87D50CC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531B72E9-6933-416B-E1C0-2CFB21F49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A97E134D-E9AA-B32B-B052-19C219DBB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1A8B52BA-5E81-B15D-73A9-D5275C88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591E9329-2C3F-D969-EFC0-6EFC536FC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16725916-ED2C-267F-7C35-6345D5D18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2" name="Rectangle 30">
            <a:extLst>
              <a:ext uri="{FF2B5EF4-FFF2-40B4-BE49-F238E27FC236}">
                <a16:creationId xmlns:a16="http://schemas.microsoft.com/office/drawing/2014/main" id="{BB841A9C-3B88-F264-91B0-8EDB7CA9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3" name="Rectangle 31">
            <a:extLst>
              <a:ext uri="{FF2B5EF4-FFF2-40B4-BE49-F238E27FC236}">
                <a16:creationId xmlns:a16="http://schemas.microsoft.com/office/drawing/2014/main" id="{ECFECA9B-C4DD-6680-8731-44142E94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4" name="Rectangle 32">
            <a:extLst>
              <a:ext uri="{FF2B5EF4-FFF2-40B4-BE49-F238E27FC236}">
                <a16:creationId xmlns:a16="http://schemas.microsoft.com/office/drawing/2014/main" id="{8C798863-E088-BE75-685E-B462C7A2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5" name="Rectangle 33">
            <a:extLst>
              <a:ext uri="{FF2B5EF4-FFF2-40B4-BE49-F238E27FC236}">
                <a16:creationId xmlns:a16="http://schemas.microsoft.com/office/drawing/2014/main" id="{EF733CF3-F61C-4C92-3DB6-F2742A1CF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6" name="Oval 34">
            <a:extLst>
              <a:ext uri="{FF2B5EF4-FFF2-40B4-BE49-F238E27FC236}">
                <a16:creationId xmlns:a16="http://schemas.microsoft.com/office/drawing/2014/main" id="{5D65C46A-87F7-DC21-D0F8-185B9508C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7" name="Oval 35">
            <a:extLst>
              <a:ext uri="{FF2B5EF4-FFF2-40B4-BE49-F238E27FC236}">
                <a16:creationId xmlns:a16="http://schemas.microsoft.com/office/drawing/2014/main" id="{2FA4B316-31A7-723A-9F55-0CFD9CBD1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8" name="Oval 36">
            <a:extLst>
              <a:ext uri="{FF2B5EF4-FFF2-40B4-BE49-F238E27FC236}">
                <a16:creationId xmlns:a16="http://schemas.microsoft.com/office/drawing/2014/main" id="{130D8604-F77B-2CE6-A148-C73AF8B8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09" name="Oval 37">
            <a:extLst>
              <a:ext uri="{FF2B5EF4-FFF2-40B4-BE49-F238E27FC236}">
                <a16:creationId xmlns:a16="http://schemas.microsoft.com/office/drawing/2014/main" id="{F8590E7E-D248-6B2C-EC34-CCFFCFD7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0" name="Oval 38">
            <a:extLst>
              <a:ext uri="{FF2B5EF4-FFF2-40B4-BE49-F238E27FC236}">
                <a16:creationId xmlns:a16="http://schemas.microsoft.com/office/drawing/2014/main" id="{48BF0099-E126-D0EC-1F54-C446FC65C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1" name="Oval 39">
            <a:extLst>
              <a:ext uri="{FF2B5EF4-FFF2-40B4-BE49-F238E27FC236}">
                <a16:creationId xmlns:a16="http://schemas.microsoft.com/office/drawing/2014/main" id="{D98B68DF-0D2F-DA8B-0D10-A45F73ACD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2" name="Oval 40">
            <a:extLst>
              <a:ext uri="{FF2B5EF4-FFF2-40B4-BE49-F238E27FC236}">
                <a16:creationId xmlns:a16="http://schemas.microsoft.com/office/drawing/2014/main" id="{08B6F244-2D08-3E3C-DF6D-780A586E7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3" name="Oval 41">
            <a:extLst>
              <a:ext uri="{FF2B5EF4-FFF2-40B4-BE49-F238E27FC236}">
                <a16:creationId xmlns:a16="http://schemas.microsoft.com/office/drawing/2014/main" id="{056003BE-8060-9D1A-9743-ED91E83F3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4" name="Oval 42">
            <a:extLst>
              <a:ext uri="{FF2B5EF4-FFF2-40B4-BE49-F238E27FC236}">
                <a16:creationId xmlns:a16="http://schemas.microsoft.com/office/drawing/2014/main" id="{013E7AE4-3C7F-82E3-F23A-D5DE2324C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5" name="Oval 43">
            <a:extLst>
              <a:ext uri="{FF2B5EF4-FFF2-40B4-BE49-F238E27FC236}">
                <a16:creationId xmlns:a16="http://schemas.microsoft.com/office/drawing/2014/main" id="{DD13CA52-6CCF-F0B0-B5C7-0F1A90C0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6" name="Oval 44">
            <a:extLst>
              <a:ext uri="{FF2B5EF4-FFF2-40B4-BE49-F238E27FC236}">
                <a16:creationId xmlns:a16="http://schemas.microsoft.com/office/drawing/2014/main" id="{0E401C35-94A7-E5C8-FCC3-91A884934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7" name="Oval 45">
            <a:extLst>
              <a:ext uri="{FF2B5EF4-FFF2-40B4-BE49-F238E27FC236}">
                <a16:creationId xmlns:a16="http://schemas.microsoft.com/office/drawing/2014/main" id="{8570C60D-FAD3-7498-1D35-B06B522EA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8" name="Rectangle 46">
            <a:extLst>
              <a:ext uri="{FF2B5EF4-FFF2-40B4-BE49-F238E27FC236}">
                <a16:creationId xmlns:a16="http://schemas.microsoft.com/office/drawing/2014/main" id="{9767ACAA-2344-AEFD-40D6-76CDED754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19" name="Rectangle 47">
            <a:extLst>
              <a:ext uri="{FF2B5EF4-FFF2-40B4-BE49-F238E27FC236}">
                <a16:creationId xmlns:a16="http://schemas.microsoft.com/office/drawing/2014/main" id="{4F9F0059-A6D7-136D-471A-45ED0D14A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0" name="Rectangle 48">
            <a:extLst>
              <a:ext uri="{FF2B5EF4-FFF2-40B4-BE49-F238E27FC236}">
                <a16:creationId xmlns:a16="http://schemas.microsoft.com/office/drawing/2014/main" id="{745DD490-5028-2303-7867-8B855E5CA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1" name="Rectangle 49">
            <a:extLst>
              <a:ext uri="{FF2B5EF4-FFF2-40B4-BE49-F238E27FC236}">
                <a16:creationId xmlns:a16="http://schemas.microsoft.com/office/drawing/2014/main" id="{D597AB86-884C-828A-E143-FCE123D80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2" name="Rectangle 50">
            <a:extLst>
              <a:ext uri="{FF2B5EF4-FFF2-40B4-BE49-F238E27FC236}">
                <a16:creationId xmlns:a16="http://schemas.microsoft.com/office/drawing/2014/main" id="{5DC8CDBE-6D2E-D7BE-B834-5B528AE1C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3" name="Rectangle 51">
            <a:extLst>
              <a:ext uri="{FF2B5EF4-FFF2-40B4-BE49-F238E27FC236}">
                <a16:creationId xmlns:a16="http://schemas.microsoft.com/office/drawing/2014/main" id="{7D690EA6-BBBC-AB04-1E0F-25C793095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4" name="Rectangle 52">
            <a:extLst>
              <a:ext uri="{FF2B5EF4-FFF2-40B4-BE49-F238E27FC236}">
                <a16:creationId xmlns:a16="http://schemas.microsoft.com/office/drawing/2014/main" id="{AE0CDF73-8380-D239-5F95-BBD3C7B9250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5" name="Rectangle 53">
            <a:extLst>
              <a:ext uri="{FF2B5EF4-FFF2-40B4-BE49-F238E27FC236}">
                <a16:creationId xmlns:a16="http://schemas.microsoft.com/office/drawing/2014/main" id="{5CD49F75-F3FB-A911-F883-579C188A134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3126" name="Text Box 54">
            <a:extLst>
              <a:ext uri="{FF2B5EF4-FFF2-40B4-BE49-F238E27FC236}">
                <a16:creationId xmlns:a16="http://schemas.microsoft.com/office/drawing/2014/main" id="{B0F96C58-8235-A53B-E5E6-7EE157A0D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3127" name="Text Box 55">
            <a:extLst>
              <a:ext uri="{FF2B5EF4-FFF2-40B4-BE49-F238E27FC236}">
                <a16:creationId xmlns:a16="http://schemas.microsoft.com/office/drawing/2014/main" id="{DB3254EE-3FE5-FABF-FC07-671B73D0F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3128" name="Text Box 56">
            <a:extLst>
              <a:ext uri="{FF2B5EF4-FFF2-40B4-BE49-F238E27FC236}">
                <a16:creationId xmlns:a16="http://schemas.microsoft.com/office/drawing/2014/main" id="{DFC6BB90-B9FE-6513-6DD0-A2775418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3129" name="Text Box 57">
            <a:extLst>
              <a:ext uri="{FF2B5EF4-FFF2-40B4-BE49-F238E27FC236}">
                <a16:creationId xmlns:a16="http://schemas.microsoft.com/office/drawing/2014/main" id="{4B6438A3-FDEE-58DF-7982-6E5C7DE59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0" name="Rectangle 60">
            <a:extLst>
              <a:ext uri="{FF2B5EF4-FFF2-40B4-BE49-F238E27FC236}">
                <a16:creationId xmlns:a16="http://schemas.microsoft.com/office/drawing/2014/main" id="{6C06C9DF-9ADB-BE5F-BAE1-4FF63177A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84538"/>
            <a:ext cx="1797050" cy="10826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0301" name="Rectangle 61">
            <a:extLst>
              <a:ext uri="{FF2B5EF4-FFF2-40B4-BE49-F238E27FC236}">
                <a16:creationId xmlns:a16="http://schemas.microsoft.com/office/drawing/2014/main" id="{22E01436-78C2-38F8-51CF-8252C1238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3463925"/>
            <a:ext cx="539750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302" name="Rectangle 62">
            <a:extLst>
              <a:ext uri="{FF2B5EF4-FFF2-40B4-BE49-F238E27FC236}">
                <a16:creationId xmlns:a16="http://schemas.microsoft.com/office/drawing/2014/main" id="{B5A9A76A-7279-5ABA-3118-FD1A476FD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463925"/>
            <a:ext cx="539750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303" name="Text Box 63">
            <a:extLst>
              <a:ext uri="{FF2B5EF4-FFF2-40B4-BE49-F238E27FC236}">
                <a16:creationId xmlns:a16="http://schemas.microsoft.com/office/drawing/2014/main" id="{8A083087-964C-2210-B27F-D5C4D01DA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854325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600"/>
              <a:t>Delay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C3706D2-184B-4C1E-7286-74BDC5BED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573213"/>
            <a:ext cx="2863850" cy="27066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4D9266AB-FAF7-5FD1-42B4-464FE86CF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1735138"/>
            <a:ext cx="952500" cy="635000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nb-NO" sz="1600"/>
              <a:t>Outgoing</a:t>
            </a:r>
          </a:p>
          <a:p>
            <a:pPr algn="ctr"/>
            <a:r>
              <a:rPr lang="de-DE" altLang="nb-NO" sz="1600"/>
              <a:t>order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5B7FDAF3-A98F-7A54-5C82-1397049CF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1735138"/>
            <a:ext cx="952500" cy="635000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nb-NO" sz="1600"/>
              <a:t>Incoming</a:t>
            </a:r>
          </a:p>
          <a:p>
            <a:pPr algn="ctr"/>
            <a:r>
              <a:rPr lang="de-DE" altLang="nb-NO" sz="1600"/>
              <a:t>order</a:t>
            </a:r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DEAC548F-D9FF-A3ED-95A2-BFD333DD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3484563"/>
            <a:ext cx="952500" cy="633412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nb-NO" sz="1600"/>
              <a:t>Incoming</a:t>
            </a:r>
          </a:p>
          <a:p>
            <a:pPr algn="ctr"/>
            <a:r>
              <a:rPr lang="de-DE" altLang="nb-NO" sz="1600"/>
              <a:t>delivery</a:t>
            </a:r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B8AE7507-9B43-BAA4-4F59-6FFF24285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3484563"/>
            <a:ext cx="952500" cy="633412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nb-NO" sz="1600"/>
              <a:t>Outgoing</a:t>
            </a:r>
          </a:p>
          <a:p>
            <a:pPr algn="ctr"/>
            <a:r>
              <a:rPr lang="de-DE" altLang="nb-NO" sz="1600"/>
              <a:t>delivery</a:t>
            </a:r>
          </a:p>
        </p:txBody>
      </p:sp>
      <p:sp>
        <p:nvSpPr>
          <p:cNvPr id="10268" name="Oval 28">
            <a:extLst>
              <a:ext uri="{FF2B5EF4-FFF2-40B4-BE49-F238E27FC236}">
                <a16:creationId xmlns:a16="http://schemas.microsoft.com/office/drawing/2014/main" id="{04E06967-0CBF-818E-FA4C-BF586B994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4437063"/>
            <a:ext cx="795338" cy="792162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69" name="Oval 29">
            <a:extLst>
              <a:ext uri="{FF2B5EF4-FFF2-40B4-BE49-F238E27FC236}">
                <a16:creationId xmlns:a16="http://schemas.microsoft.com/office/drawing/2014/main" id="{4196DC21-DCE5-702F-36FC-53D41102C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2638" y="4437063"/>
            <a:ext cx="795337" cy="792162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76" name="Oval 36">
            <a:extLst>
              <a:ext uri="{FF2B5EF4-FFF2-40B4-BE49-F238E27FC236}">
                <a16:creationId xmlns:a16="http://schemas.microsoft.com/office/drawing/2014/main" id="{2804D222-A06F-DBFC-D2CB-5497EC82D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475" y="620713"/>
            <a:ext cx="795338" cy="792162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91" name="AutoShape 51">
            <a:extLst>
              <a:ext uri="{FF2B5EF4-FFF2-40B4-BE49-F238E27FC236}">
                <a16:creationId xmlns:a16="http://schemas.microsoft.com/office/drawing/2014/main" id="{F9899599-93A1-DD93-38F7-4ED2D2640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773238"/>
            <a:ext cx="1223963" cy="504825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de-DE" altLang="nb-NO" sz="1400"/>
              <a:t>Wholesaler</a:t>
            </a:r>
          </a:p>
        </p:txBody>
      </p:sp>
      <p:sp>
        <p:nvSpPr>
          <p:cNvPr id="10292" name="AutoShape 52">
            <a:extLst>
              <a:ext uri="{FF2B5EF4-FFF2-40B4-BE49-F238E27FC236}">
                <a16:creationId xmlns:a16="http://schemas.microsoft.com/office/drawing/2014/main" id="{F4DD1616-B745-4459-D135-ABE46D75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773238"/>
            <a:ext cx="1223962" cy="504825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94" name="AutoShape 54">
            <a:extLst>
              <a:ext uri="{FF2B5EF4-FFF2-40B4-BE49-F238E27FC236}">
                <a16:creationId xmlns:a16="http://schemas.microsoft.com/office/drawing/2014/main" id="{6F3BA7BB-EE57-D6A6-CD26-C1F0768FF83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835150" y="3573463"/>
            <a:ext cx="1223963" cy="504825"/>
          </a:xfrm>
          <a:prstGeom prst="leftArrow">
            <a:avLst>
              <a:gd name="adj1" fmla="val 50000"/>
              <a:gd name="adj2" fmla="val 606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r>
              <a:rPr lang="de-DE" altLang="nb-NO" sz="1400"/>
              <a:t>Factory</a:t>
            </a:r>
          </a:p>
        </p:txBody>
      </p:sp>
      <p:sp>
        <p:nvSpPr>
          <p:cNvPr id="10295" name="Rectangle 55">
            <a:extLst>
              <a:ext uri="{FF2B5EF4-FFF2-40B4-BE49-F238E27FC236}">
                <a16:creationId xmlns:a16="http://schemas.microsoft.com/office/drawing/2014/main" id="{9913C294-26A0-013C-2D8C-057EC616D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209925"/>
            <a:ext cx="1797050" cy="10826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96" name="Rectangle 56">
            <a:extLst>
              <a:ext uri="{FF2B5EF4-FFF2-40B4-BE49-F238E27FC236}">
                <a16:creationId xmlns:a16="http://schemas.microsoft.com/office/drawing/2014/main" id="{4071FF03-B0DE-2779-7EF6-6EFC69BC8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788" y="3389313"/>
            <a:ext cx="539750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97" name="Rectangle 57">
            <a:extLst>
              <a:ext uri="{FF2B5EF4-FFF2-40B4-BE49-F238E27FC236}">
                <a16:creationId xmlns:a16="http://schemas.microsoft.com/office/drawing/2014/main" id="{45B27274-3230-4390-1669-63D48EE3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3389313"/>
            <a:ext cx="539750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0298" name="Text Box 58">
            <a:extLst>
              <a:ext uri="{FF2B5EF4-FFF2-40B4-BE49-F238E27FC236}">
                <a16:creationId xmlns:a16="http://schemas.microsoft.com/office/drawing/2014/main" id="{B0477843-0CF3-A0EE-0318-2FAE1C6ED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2779713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600"/>
              <a:t>Delay</a:t>
            </a:r>
          </a:p>
        </p:txBody>
      </p:sp>
      <p:sp>
        <p:nvSpPr>
          <p:cNvPr id="10293" name="AutoShape 53">
            <a:extLst>
              <a:ext uri="{FF2B5EF4-FFF2-40B4-BE49-F238E27FC236}">
                <a16:creationId xmlns:a16="http://schemas.microsoft.com/office/drawing/2014/main" id="{D1FF5D95-1F77-F2C9-C6A9-775D6B7949D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580063" y="3573463"/>
            <a:ext cx="1223962" cy="504825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81BD-275A-B094-03B7-1C650A35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3" name="Text Box 63">
            <a:extLst>
              <a:ext uri="{FF2B5EF4-FFF2-40B4-BE49-F238E27FC236}">
                <a16:creationId xmlns:a16="http://schemas.microsoft.com/office/drawing/2014/main" id="{D2FAE9C3-4BEE-CE94-70B2-AF90D8CCF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3795"/>
            <a:ext cx="17556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Mobile/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ipad</a:t>
            </a: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view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altLang="nb-NO" sz="1600" dirty="0" err="1">
                <a:solidFill>
                  <a:srgbClr val="000000"/>
                </a:solidFill>
              </a:rPr>
              <a:t>Wholesaler</a:t>
            </a:r>
            <a:endParaRPr lang="de-DE" altLang="nb-NO" sz="1600" dirty="0">
              <a:solidFill>
                <a:srgbClr val="000000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altLang="nb-NO" sz="1600" dirty="0">
                <a:solidFill>
                  <a:srgbClr val="000000"/>
                </a:solidFill>
              </a:rPr>
              <a:t>Distributor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BD3A374C-EB23-F5BE-0EB4-79C5FA221C96}"/>
              </a:ext>
            </a:extLst>
          </p:cNvPr>
          <p:cNvGrpSpPr/>
          <p:nvPr/>
        </p:nvGrpSpPr>
        <p:grpSpPr>
          <a:xfrm>
            <a:off x="2771800" y="404670"/>
            <a:ext cx="2049527" cy="5713303"/>
            <a:chOff x="2810505" y="-562320"/>
            <a:chExt cx="2863850" cy="8471661"/>
          </a:xfrm>
        </p:grpSpPr>
        <p:sp>
          <p:nvSpPr>
            <p:cNvPr id="10302" name="Rectangle 62">
              <a:extLst>
                <a:ext uri="{FF2B5EF4-FFF2-40B4-BE49-F238E27FC236}">
                  <a16:creationId xmlns:a16="http://schemas.microsoft.com/office/drawing/2014/main" id="{8C62A32C-5696-EBDE-5841-8465E56CE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811" y="835675"/>
              <a:ext cx="730249" cy="66602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nb-NO" sz="1200" dirty="0">
                  <a:solidFill>
                    <a:srgbClr val="000000"/>
                  </a:solidFill>
                </a:rPr>
                <a:t>20</a:t>
              </a:r>
              <a:endPara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1D46138-42F8-E727-5020-5CB6E6D1C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505" y="2348706"/>
              <a:ext cx="2863850" cy="27066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17200A5F-2CEF-F84D-C238-0A2C3D9D5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680" y="2365437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259" name="Rectangle 19">
              <a:extLst>
                <a:ext uri="{FF2B5EF4-FFF2-40B4-BE49-F238E27FC236}">
                  <a16:creationId xmlns:a16="http://schemas.microsoft.com/office/drawing/2014/main" id="{41CE787E-905E-C59F-2B96-F489A973D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080" y="4410744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altLang="nb-NO" sz="700" dirty="0">
                  <a:solidFill>
                    <a:srgbClr val="000000"/>
                  </a:solidFill>
                </a:rPr>
                <a:t>30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727F5C79-2BCB-0FB5-9FE7-4BC558A61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855" y="2354263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</a:p>
          </p:txBody>
        </p:sp>
        <p:sp>
          <p:nvSpPr>
            <p:cNvPr id="10261" name="Rectangle 21">
              <a:extLst>
                <a:ext uri="{FF2B5EF4-FFF2-40B4-BE49-F238E27FC236}">
                  <a16:creationId xmlns:a16="http://schemas.microsoft.com/office/drawing/2014/main" id="{A0F96809-71E1-62BF-96C8-11CFD8D3C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330" y="4421981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92" name="AutoShape 52">
              <a:extLst>
                <a:ext uri="{FF2B5EF4-FFF2-40B4-BE49-F238E27FC236}">
                  <a16:creationId xmlns:a16="http://schemas.microsoft.com/office/drawing/2014/main" id="{C1538E6D-3E4B-DCE8-3209-F8F34678E9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61463" y="639133"/>
              <a:ext cx="2907731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93" name="AutoShape 53">
              <a:extLst>
                <a:ext uri="{FF2B5EF4-FFF2-40B4-BE49-F238E27FC236}">
                  <a16:creationId xmlns:a16="http://schemas.microsoft.com/office/drawing/2014/main" id="{D0FB3F32-74DE-FFB1-ACEA-03A08B3168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71874" y="5152296"/>
              <a:ext cx="633413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" name="AutoShape 53">
              <a:extLst>
                <a:ext uri="{FF2B5EF4-FFF2-40B4-BE49-F238E27FC236}">
                  <a16:creationId xmlns:a16="http://schemas.microsoft.com/office/drawing/2014/main" id="{9B520B62-E4DD-42B9-E07E-29691FAE9D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54181" y="1764672"/>
              <a:ext cx="668799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3BC23F38-E5A4-6DFD-0679-115429BB2C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01011" y="6242612"/>
              <a:ext cx="2828633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Rectangle 60">
            <a:extLst>
              <a:ext uri="{FF2B5EF4-FFF2-40B4-BE49-F238E27FC236}">
                <a16:creationId xmlns:a16="http://schemas.microsoft.com/office/drawing/2014/main" id="{5B171ABE-3ECF-0EAD-0CF6-F2613E076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596" y="2947196"/>
            <a:ext cx="1211934" cy="67484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Inventory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50</a:t>
            </a:r>
            <a:endParaRPr kumimoji="0" lang="nb-N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39A5D644-6B2C-E838-48C9-FE869A412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784" y="492449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3" name="Rectangle 62">
            <a:extLst>
              <a:ext uri="{FF2B5EF4-FFF2-40B4-BE49-F238E27FC236}">
                <a16:creationId xmlns:a16="http://schemas.microsoft.com/office/drawing/2014/main" id="{41C3FC6A-3CE3-DF11-337B-937F77F80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59" y="4728754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25</a:t>
            </a:r>
            <a:endParaRPr kumimoji="0" lang="nb-N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 62">
            <a:extLst>
              <a:ext uri="{FF2B5EF4-FFF2-40B4-BE49-F238E27FC236}">
                <a16:creationId xmlns:a16="http://schemas.microsoft.com/office/drawing/2014/main" id="{E695E18A-948D-6445-FDB5-8B8701A69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769" y="5578818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10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AutoShape 53">
            <a:extLst>
              <a:ext uri="{FF2B5EF4-FFF2-40B4-BE49-F238E27FC236}">
                <a16:creationId xmlns:a16="http://schemas.microsoft.com/office/drawing/2014/main" id="{25A73068-EDB4-BBFB-7CC2-9A28BD52419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81587" y="959885"/>
            <a:ext cx="397820" cy="361280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b-NO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AutoShape 53">
            <a:extLst>
              <a:ext uri="{FF2B5EF4-FFF2-40B4-BE49-F238E27FC236}">
                <a16:creationId xmlns:a16="http://schemas.microsoft.com/office/drawing/2014/main" id="{D0A4A2BF-AF53-F365-9738-B471F26EB73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72161" y="5209697"/>
            <a:ext cx="397820" cy="361280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b-NO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95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30BF-2E66-7282-8D47-5DAF3ED3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e 22">
            <a:extLst>
              <a:ext uri="{FF2B5EF4-FFF2-40B4-BE49-F238E27FC236}">
                <a16:creationId xmlns:a16="http://schemas.microsoft.com/office/drawing/2014/main" id="{0BDD9069-5EC5-AB75-C511-16652B2976D6}"/>
              </a:ext>
            </a:extLst>
          </p:cNvPr>
          <p:cNvGrpSpPr/>
          <p:nvPr/>
        </p:nvGrpSpPr>
        <p:grpSpPr>
          <a:xfrm>
            <a:off x="291397" y="116632"/>
            <a:ext cx="8791784" cy="6749065"/>
            <a:chOff x="291397" y="116632"/>
            <a:chExt cx="8791784" cy="6749065"/>
          </a:xfrm>
        </p:grpSpPr>
        <p:grpSp>
          <p:nvGrpSpPr>
            <p:cNvPr id="6" name="Gruppe 5">
              <a:extLst>
                <a:ext uri="{FF2B5EF4-FFF2-40B4-BE49-F238E27FC236}">
                  <a16:creationId xmlns:a16="http://schemas.microsoft.com/office/drawing/2014/main" id="{BB333354-B563-CE82-F7BE-919A6A552F31}"/>
                </a:ext>
              </a:extLst>
            </p:cNvPr>
            <p:cNvGrpSpPr/>
            <p:nvPr/>
          </p:nvGrpSpPr>
          <p:grpSpPr>
            <a:xfrm>
              <a:off x="305079" y="908720"/>
              <a:ext cx="8576414" cy="4641293"/>
              <a:chOff x="2808011" y="173669"/>
              <a:chExt cx="2866344" cy="6882088"/>
            </a:xfrm>
          </p:grpSpPr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292AEE0E-26B1-3186-FCE8-EAFB0B41D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505" y="1418195"/>
                <a:ext cx="2863850" cy="509910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258" name="Rectangle 18">
                <a:extLst>
                  <a:ext uri="{FF2B5EF4-FFF2-40B4-BE49-F238E27FC236}">
                    <a16:creationId xmlns:a16="http://schemas.microsoft.com/office/drawing/2014/main" id="{79125089-9A38-C392-8F1B-8C7F7FA6B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8011" y="1386688"/>
                <a:ext cx="223641" cy="635000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altLang="nb-NO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Outgoing</a:t>
                </a:r>
                <a:endPara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altLang="nb-NO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Order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altLang="nb-NO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30</a:t>
                </a:r>
              </a:p>
            </p:txBody>
          </p:sp>
          <p:sp>
            <p:nvSpPr>
              <p:cNvPr id="10260" name="Rectangle 20">
                <a:extLst>
                  <a:ext uri="{FF2B5EF4-FFF2-40B4-BE49-F238E27FC236}">
                    <a16:creationId xmlns:a16="http://schemas.microsoft.com/office/drawing/2014/main" id="{BCD0C79A-AC2E-46BE-50DE-9E38F1E38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1560" y="173669"/>
                <a:ext cx="112795" cy="6882088"/>
              </a:xfrm>
              <a:prstGeom prst="rect">
                <a:avLst/>
              </a:prstGeom>
              <a:solidFill>
                <a:srgbClr val="99FF99"/>
              </a:solidFill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t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" name="Rectangle 60">
              <a:extLst>
                <a:ext uri="{FF2B5EF4-FFF2-40B4-BE49-F238E27FC236}">
                  <a16:creationId xmlns:a16="http://schemas.microsoft.com/office/drawing/2014/main" id="{654B270C-A8B2-7FA4-4CFA-2544BA729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788" y="4504555"/>
              <a:ext cx="1211934" cy="67484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Inventory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50</a:t>
              </a: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Rectangle 62">
              <a:extLst>
                <a:ext uri="{FF2B5EF4-FFF2-40B4-BE49-F238E27FC236}">
                  <a16:creationId xmlns:a16="http://schemas.microsoft.com/office/drawing/2014/main" id="{C107F27B-FAC9-C5DF-7D5F-02B963483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4824" y="5560371"/>
              <a:ext cx="647773" cy="44916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25</a:t>
              </a:r>
              <a:endPara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Rectangle 62">
              <a:extLst>
                <a:ext uri="{FF2B5EF4-FFF2-40B4-BE49-F238E27FC236}">
                  <a16:creationId xmlns:a16="http://schemas.microsoft.com/office/drawing/2014/main" id="{5CDB4E93-5E3B-29DB-38E8-BAEABAB4A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5408" y="6416530"/>
              <a:ext cx="647773" cy="44916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AC610FDF-7674-16A7-7A38-466AE5B77914}"/>
                </a:ext>
              </a:extLst>
            </p:cNvPr>
            <p:cNvSpPr/>
            <p:nvPr/>
          </p:nvSpPr>
          <p:spPr>
            <a:xfrm>
              <a:off x="611560" y="2276872"/>
              <a:ext cx="3603027" cy="189034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>
                  <a:solidFill>
                    <a:schemeClr val="tx1"/>
                  </a:solidFill>
                </a:rPr>
                <a:t>CHART</a:t>
              </a: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6E454B2D-C1DD-1A7B-A9A7-43DB2CDD34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671504" y="3174449"/>
              <a:ext cx="337495" cy="3672408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270" wrap="none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and </a:t>
              </a: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A725DFFA-F244-6A9B-6383-A306F99582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63551" y="3298371"/>
              <a:ext cx="337495" cy="3439516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270" wrap="none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 </a:t>
              </a: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orders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9DDA48FE-2D70-3302-002D-7A2956C74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70" y="4849380"/>
              <a:ext cx="337495" cy="2004441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Rektangel 21">
              <a:extLst>
                <a:ext uri="{FF2B5EF4-FFF2-40B4-BE49-F238E27FC236}">
                  <a16:creationId xmlns:a16="http://schemas.microsoft.com/office/drawing/2014/main" id="{A325973A-F512-7A69-7BA7-BDE1E898789C}"/>
                </a:ext>
              </a:extLst>
            </p:cNvPr>
            <p:cNvSpPr/>
            <p:nvPr/>
          </p:nvSpPr>
          <p:spPr>
            <a:xfrm>
              <a:off x="4591605" y="2276872"/>
              <a:ext cx="3603027" cy="189034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>
                  <a:solidFill>
                    <a:schemeClr val="tx1"/>
                  </a:solidFill>
                </a:rPr>
                <a:t>CHART</a:t>
              </a:r>
            </a:p>
          </p:txBody>
        </p:sp>
        <p:sp>
          <p:nvSpPr>
            <p:cNvPr id="10303" name="Text Box 63">
              <a:extLst>
                <a:ext uri="{FF2B5EF4-FFF2-40B4-BE49-F238E27FC236}">
                  <a16:creationId xmlns:a16="http://schemas.microsoft.com/office/drawing/2014/main" id="{D437CB4B-9BBB-BA0F-41C3-D4596D913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467" y="1816473"/>
              <a:ext cx="88257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2" name="Rectangle 60">
              <a:extLst>
                <a:ext uri="{FF2B5EF4-FFF2-40B4-BE49-F238E27FC236}">
                  <a16:creationId xmlns:a16="http://schemas.microsoft.com/office/drawing/2014/main" id="{E21B8A91-78B3-9573-9C83-DBFCA2850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078" y="116632"/>
              <a:ext cx="8568952" cy="10707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62">
              <a:extLst>
                <a:ext uri="{FF2B5EF4-FFF2-40B4-BE49-F238E27FC236}">
                  <a16:creationId xmlns:a16="http://schemas.microsoft.com/office/drawing/2014/main" id="{C9070671-20DB-1295-86D3-EB815454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2963" y="575344"/>
              <a:ext cx="1496869" cy="44916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" name="Rectangle 62">
              <a:extLst>
                <a:ext uri="{FF2B5EF4-FFF2-40B4-BE49-F238E27FC236}">
                  <a16:creationId xmlns:a16="http://schemas.microsoft.com/office/drawing/2014/main" id="{4DB25832-256E-6A58-90A2-1F9F73896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8104" y="575343"/>
              <a:ext cx="1496869" cy="44916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B574709A-BED6-80D6-3F57-5C076A9EA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98" y="707125"/>
              <a:ext cx="337495" cy="1019655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5B0EF4D5-0C2E-A6EE-0C5A-E7281733E1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58432" y="164143"/>
              <a:ext cx="337495" cy="1271565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270" wrap="none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7" name="Rectangle 20">
              <a:extLst>
                <a:ext uri="{FF2B5EF4-FFF2-40B4-BE49-F238E27FC236}">
                  <a16:creationId xmlns:a16="http://schemas.microsoft.com/office/drawing/2014/main" id="{28CB95F0-7C10-E55F-E5AD-06DC7FD59C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15219" y="-427319"/>
              <a:ext cx="337495" cy="244827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270" wrap="none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82ED8A31-5CC5-A860-FE00-24DFA3403E8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769052" y="-136010"/>
              <a:ext cx="337495" cy="1865655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vert270" wrap="none" anchor="ctr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2" name="Rectangle 20">
              <a:extLst>
                <a:ext uri="{FF2B5EF4-FFF2-40B4-BE49-F238E27FC236}">
                  <a16:creationId xmlns:a16="http://schemas.microsoft.com/office/drawing/2014/main" id="{2E70FFCF-AB98-C4DF-5A5E-119FE5D97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0266" y="637306"/>
              <a:ext cx="337495" cy="1019655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Text Box 63">
              <a:extLst>
                <a:ext uri="{FF2B5EF4-FFF2-40B4-BE49-F238E27FC236}">
                  <a16:creationId xmlns:a16="http://schemas.microsoft.com/office/drawing/2014/main" id="{6DE89EA9-0213-3470-5A61-27911CBC1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069" y="218994"/>
              <a:ext cx="116137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Production</a:t>
              </a:r>
              <a:endPara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2190E2-42A4-8D2E-D06D-51FF53431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5276" y="6009539"/>
              <a:ext cx="337495" cy="40699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327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93BB-1795-70D6-8802-2308BC95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5">
            <a:extLst>
              <a:ext uri="{FF2B5EF4-FFF2-40B4-BE49-F238E27FC236}">
                <a16:creationId xmlns:a16="http://schemas.microsoft.com/office/drawing/2014/main" id="{5BE5C3E0-E507-9F4D-731D-7B1D48E2A9F7}"/>
              </a:ext>
            </a:extLst>
          </p:cNvPr>
          <p:cNvGrpSpPr/>
          <p:nvPr/>
        </p:nvGrpSpPr>
        <p:grpSpPr>
          <a:xfrm>
            <a:off x="308810" y="880648"/>
            <a:ext cx="8698788" cy="4669365"/>
            <a:chOff x="2809258" y="132044"/>
            <a:chExt cx="2907243" cy="6923713"/>
          </a:xfrm>
        </p:grpSpPr>
        <p:sp>
          <p:nvSpPr>
            <p:cNvPr id="10302" name="Rectangle 62">
              <a:extLst>
                <a:ext uri="{FF2B5EF4-FFF2-40B4-BE49-F238E27FC236}">
                  <a16:creationId xmlns:a16="http://schemas.microsoft.com/office/drawing/2014/main" id="{FD699FF4-7836-D726-2FFF-983557823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158" y="132044"/>
              <a:ext cx="221343" cy="66602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</a:t>
              </a:r>
              <a:endPara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7BD828A9-4D5D-7511-4BCB-7AAADF4F4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505" y="1418195"/>
              <a:ext cx="2863850" cy="50991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475DFB27-8198-AF02-9F54-198DD301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1560" y="798067"/>
              <a:ext cx="112795" cy="6257690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B1D90B85-019C-9EF2-3A71-37A8A9E98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258" y="5894352"/>
              <a:ext cx="223641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</p:grpSp>
      <p:sp>
        <p:nvSpPr>
          <p:cNvPr id="10" name="Rectangle 60">
            <a:extLst>
              <a:ext uri="{FF2B5EF4-FFF2-40B4-BE49-F238E27FC236}">
                <a16:creationId xmlns:a16="http://schemas.microsoft.com/office/drawing/2014/main" id="{19467B25-F412-054B-FCAB-A93E95033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625" y="1763067"/>
            <a:ext cx="1211934" cy="67484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Inventory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50</a:t>
            </a:r>
            <a:endParaRPr kumimoji="0" lang="nb-N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95EB8915-33B1-BE3A-B68E-7D25F5E83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616" y="24489"/>
            <a:ext cx="669745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30</a:t>
            </a:r>
          </a:p>
        </p:txBody>
      </p:sp>
      <p:sp>
        <p:nvSpPr>
          <p:cNvPr id="13" name="Rectangle 62">
            <a:extLst>
              <a:ext uri="{FF2B5EF4-FFF2-40B4-BE49-F238E27FC236}">
                <a16:creationId xmlns:a16="http://schemas.microsoft.com/office/drawing/2014/main" id="{FF432D5A-1EF9-8373-86AC-8562049BC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824" y="5560371"/>
            <a:ext cx="647773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25</a:t>
            </a:r>
            <a:endParaRPr kumimoji="0" lang="nb-N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 62">
            <a:extLst>
              <a:ext uri="{FF2B5EF4-FFF2-40B4-BE49-F238E27FC236}">
                <a16:creationId xmlns:a16="http://schemas.microsoft.com/office/drawing/2014/main" id="{DC1F0411-083D-5D20-D7BA-D9D22A862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408" y="6416530"/>
            <a:ext cx="647773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C90AC3A-8E9F-3BF6-A833-322B16731C6A}"/>
              </a:ext>
            </a:extLst>
          </p:cNvPr>
          <p:cNvSpPr/>
          <p:nvPr/>
        </p:nvSpPr>
        <p:spPr>
          <a:xfrm>
            <a:off x="755576" y="2832347"/>
            <a:ext cx="3603027" cy="1737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7A24071F-E24B-E229-705E-022D4671D1E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46578" y="80574"/>
            <a:ext cx="337495" cy="3672408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Outgoing</a:t>
            </a: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incoming</a:t>
            </a: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delivery</a:t>
            </a: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BA2D7FB3-BF47-923F-566E-FC036B2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94" y="5214381"/>
            <a:ext cx="337495" cy="1643619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CFFF3565-40F2-3DB6-3442-FDED8FC6B7FA}"/>
              </a:ext>
            </a:extLst>
          </p:cNvPr>
          <p:cNvSpPr/>
          <p:nvPr/>
        </p:nvSpPr>
        <p:spPr>
          <a:xfrm>
            <a:off x="4649787" y="2856128"/>
            <a:ext cx="3603027" cy="1737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F3B8A068-8A95-1785-D11C-AF4B4BF67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98" y="473657"/>
            <a:ext cx="337495" cy="396633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0F0B9D67-CE5F-1227-0A27-A5C945D76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5493" y="6009538"/>
            <a:ext cx="337495" cy="396633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Text Box 63">
            <a:extLst>
              <a:ext uri="{FF2B5EF4-FFF2-40B4-BE49-F238E27FC236}">
                <a16:creationId xmlns:a16="http://schemas.microsoft.com/office/drawing/2014/main" id="{006E57DB-13CB-2186-B8AE-0198E5F80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6721" y="4757069"/>
            <a:ext cx="223224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Wholesaler</a:t>
            </a: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/Distributor</a:t>
            </a: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4249396B-459C-7325-E02F-1B254FFCFAD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05554" y="131693"/>
            <a:ext cx="337495" cy="3523522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Incoming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order</a:t>
            </a: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64B2A07E-1D0B-9D2F-E38E-B7486543EBBC}"/>
              </a:ext>
            </a:extLst>
          </p:cNvPr>
          <p:cNvSpPr/>
          <p:nvPr/>
        </p:nvSpPr>
        <p:spPr>
          <a:xfrm>
            <a:off x="-2521209" y="0"/>
            <a:ext cx="2521209" cy="6865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Sidebar</a:t>
            </a: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Collapsible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>
                <a:solidFill>
                  <a:schemeClr val="tx1"/>
                </a:solidFill>
              </a:rPr>
              <a:t>Game </a:t>
            </a:r>
            <a:r>
              <a:rPr lang="nb-NO" dirty="0" err="1">
                <a:solidFill>
                  <a:schemeClr val="tx1"/>
                </a:solidFill>
              </a:rPr>
              <a:t>board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Datatables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Results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Exercises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E76DF324-A1AE-98DA-8442-75CCF6DF24EA}"/>
              </a:ext>
            </a:extLst>
          </p:cNvPr>
          <p:cNvSpPr/>
          <p:nvPr/>
        </p:nvSpPr>
        <p:spPr>
          <a:xfrm>
            <a:off x="9168267" y="-11382"/>
            <a:ext cx="2521209" cy="68656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Sidebar</a:t>
            </a: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Collapsible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>
                <a:solidFill>
                  <a:schemeClr val="tx1"/>
                </a:solidFill>
              </a:rPr>
              <a:t>CHAT</a:t>
            </a:r>
          </a:p>
          <a:p>
            <a:pPr algn="ctr"/>
            <a:r>
              <a:rPr lang="nb-NO" dirty="0" err="1">
                <a:solidFill>
                  <a:schemeClr val="tx1"/>
                </a:solidFill>
              </a:rPr>
              <a:t>Statistics</a:t>
            </a:r>
            <a:endParaRPr lang="nb-NO" dirty="0">
              <a:solidFill>
                <a:schemeClr val="tx1"/>
              </a:solidFill>
            </a:endParaRPr>
          </a:p>
          <a:p>
            <a:pPr algn="ctr"/>
            <a:r>
              <a:rPr lang="nb-NO" dirty="0">
                <a:solidFill>
                  <a:schemeClr val="tx1"/>
                </a:solidFill>
              </a:rPr>
              <a:t>Gamestat</a:t>
            </a: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9F0F1D5A-4DB1-7E56-19C5-970485A55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40" y="11501"/>
            <a:ext cx="337495" cy="1713205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51AD7F83-4E9E-222B-9742-E58ABB4945A5}"/>
              </a:ext>
            </a:extLst>
          </p:cNvPr>
          <p:cNvSpPr/>
          <p:nvPr/>
        </p:nvSpPr>
        <p:spPr>
          <a:xfrm>
            <a:off x="-2521209" y="-596829"/>
            <a:ext cx="14210685" cy="583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ACTIONBAR: Notifications </a:t>
            </a:r>
            <a:r>
              <a:rPr lang="nb-NO" dirty="0" err="1">
                <a:solidFill>
                  <a:schemeClr val="tx1"/>
                </a:solidFill>
              </a:rPr>
              <a:t>etc</a:t>
            </a:r>
            <a:endParaRPr lang="nb-NO" dirty="0">
              <a:solidFill>
                <a:schemeClr val="tx1"/>
              </a:solidFill>
            </a:endParaRPr>
          </a:p>
        </p:txBody>
      </p:sp>
      <p:sp>
        <p:nvSpPr>
          <p:cNvPr id="33" name="Rektangel 32">
            <a:extLst>
              <a:ext uri="{FF2B5EF4-FFF2-40B4-BE49-F238E27FC236}">
                <a16:creationId xmlns:a16="http://schemas.microsoft.com/office/drawing/2014/main" id="{BE42D991-DE81-A2FE-387A-E4AEC22441B8}"/>
              </a:ext>
            </a:extLst>
          </p:cNvPr>
          <p:cNvSpPr/>
          <p:nvPr/>
        </p:nvSpPr>
        <p:spPr>
          <a:xfrm>
            <a:off x="-2508327" y="-1183812"/>
            <a:ext cx="14210685" cy="583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TOP MENU WHOLE SITE</a:t>
            </a:r>
          </a:p>
        </p:txBody>
      </p:sp>
    </p:spTree>
    <p:extLst>
      <p:ext uri="{BB962C8B-B14F-4D97-AF65-F5344CB8AC3E}">
        <p14:creationId xmlns:p14="http://schemas.microsoft.com/office/powerpoint/2010/main" val="212663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7C69-4EFF-AFB3-B318-F612E1FD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5">
            <a:extLst>
              <a:ext uri="{FF2B5EF4-FFF2-40B4-BE49-F238E27FC236}">
                <a16:creationId xmlns:a16="http://schemas.microsoft.com/office/drawing/2014/main" id="{B10FB0A4-A723-D1F2-E38C-C5C8D3B900C9}"/>
              </a:ext>
            </a:extLst>
          </p:cNvPr>
          <p:cNvGrpSpPr/>
          <p:nvPr/>
        </p:nvGrpSpPr>
        <p:grpSpPr>
          <a:xfrm>
            <a:off x="305079" y="13129"/>
            <a:ext cx="8702519" cy="5536884"/>
            <a:chOff x="2808011" y="-1154309"/>
            <a:chExt cx="2908490" cy="8210066"/>
          </a:xfrm>
        </p:grpSpPr>
        <p:sp>
          <p:nvSpPr>
            <p:cNvPr id="10302" name="Rectangle 62">
              <a:extLst>
                <a:ext uri="{FF2B5EF4-FFF2-40B4-BE49-F238E27FC236}">
                  <a16:creationId xmlns:a16="http://schemas.microsoft.com/office/drawing/2014/main" id="{7183D418-6F11-093D-35AE-A5B98ED23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158" y="132044"/>
              <a:ext cx="221343" cy="66602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</a:t>
              </a:r>
              <a:endPara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86FF24D4-C2C8-069E-E497-C1DB066C5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505" y="1418195"/>
              <a:ext cx="2863850" cy="509910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031D2083-FF48-318C-C5DE-D8843319A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011" y="1386688"/>
              <a:ext cx="223641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292" name="AutoShape 52">
              <a:extLst>
                <a:ext uri="{FF2B5EF4-FFF2-40B4-BE49-F238E27FC236}">
                  <a16:creationId xmlns:a16="http://schemas.microsoft.com/office/drawing/2014/main" id="{C172966B-0B34-6C99-7099-85C4610D49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53597" y="15504"/>
              <a:ext cx="2537917" cy="198291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8EB20080-3A62-9982-3363-42F0279B3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1560" y="798067"/>
              <a:ext cx="112795" cy="6257690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Rectangle 60">
            <a:extLst>
              <a:ext uri="{FF2B5EF4-FFF2-40B4-BE49-F238E27FC236}">
                <a16:creationId xmlns:a16="http://schemas.microsoft.com/office/drawing/2014/main" id="{7141DBF2-3851-4F2A-D6DE-79031104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788" y="4504555"/>
            <a:ext cx="1211934" cy="67484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Inventory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50</a:t>
            </a:r>
            <a:endParaRPr kumimoji="0" lang="nb-N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80D96FD6-237C-9864-8FF0-A6800E7C1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616" y="24489"/>
            <a:ext cx="669745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30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50E748C-C1FF-24C6-98BE-9C15810C97A6}"/>
              </a:ext>
            </a:extLst>
          </p:cNvPr>
          <p:cNvSpPr/>
          <p:nvPr/>
        </p:nvSpPr>
        <p:spPr>
          <a:xfrm>
            <a:off x="611560" y="2430192"/>
            <a:ext cx="3603027" cy="1737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AD24B1DE-ABBD-9A9E-8AF8-9DC8F27F24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71504" y="3174449"/>
            <a:ext cx="337495" cy="3672408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Outgoing</a:t>
            </a: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incoming</a:t>
            </a: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delivery</a:t>
            </a: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191ABB99-7C31-3968-EDDA-0984F1E1763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63551" y="3298371"/>
            <a:ext cx="337495" cy="3439516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Incoming </a:t>
            </a:r>
            <a:r>
              <a:rPr kumimoji="0" lang="de-DE" altLang="nb-NO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orders</a:t>
            </a: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47EFA529-BD3E-9DD7-C7FE-65F5067BA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70" y="4849380"/>
            <a:ext cx="337495" cy="2004441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27A8E69C-230D-95DD-F67D-078496B83F74}"/>
              </a:ext>
            </a:extLst>
          </p:cNvPr>
          <p:cNvSpPr/>
          <p:nvPr/>
        </p:nvSpPr>
        <p:spPr>
          <a:xfrm>
            <a:off x="4591605" y="2430192"/>
            <a:ext cx="3603027" cy="17370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>
                <a:solidFill>
                  <a:schemeClr val="tx1"/>
                </a:solidFill>
              </a:rPr>
              <a:t>CHART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7AC2B4A6-A687-6375-8BB3-9D679C4FE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98" y="473657"/>
            <a:ext cx="337495" cy="396633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8641539B-4A27-CE82-45B7-7CF3512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98" y="5529236"/>
            <a:ext cx="337495" cy="877986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nb-NO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62">
            <a:extLst>
              <a:ext uri="{FF2B5EF4-FFF2-40B4-BE49-F238E27FC236}">
                <a16:creationId xmlns:a16="http://schemas.microsoft.com/office/drawing/2014/main" id="{039A73A3-DFAC-0497-D33B-992C4A026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604" y="6421556"/>
            <a:ext cx="662282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Customer</a:t>
            </a:r>
            <a:endParaRPr kumimoji="0" lang="nb-N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 Box 63">
            <a:extLst>
              <a:ext uri="{FF2B5EF4-FFF2-40B4-BE49-F238E27FC236}">
                <a16:creationId xmlns:a16="http://schemas.microsoft.com/office/drawing/2014/main" id="{055F955A-1600-0061-0A30-A27D1932E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0467" y="1816473"/>
            <a:ext cx="8825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nb-NO" sz="1600" dirty="0" err="1">
                <a:solidFill>
                  <a:srgbClr val="000000"/>
                </a:solidFill>
              </a:rPr>
              <a:t>Retailer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02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2278-5B6F-DFBC-2AC7-E9FD6013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3" name="Text Box 63">
            <a:extLst>
              <a:ext uri="{FF2B5EF4-FFF2-40B4-BE49-F238E27FC236}">
                <a16:creationId xmlns:a16="http://schemas.microsoft.com/office/drawing/2014/main" id="{8DFBE28A-E4A7-A1DB-387C-06B40C1FF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429" y="326505"/>
            <a:ext cx="11641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Production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9DCE4D70-29FA-1649-2A3E-ABEC925D17F5}"/>
              </a:ext>
            </a:extLst>
          </p:cNvPr>
          <p:cNvGrpSpPr/>
          <p:nvPr/>
        </p:nvGrpSpPr>
        <p:grpSpPr>
          <a:xfrm>
            <a:off x="2771800" y="671568"/>
            <a:ext cx="2049527" cy="5446405"/>
            <a:chOff x="2810505" y="-166564"/>
            <a:chExt cx="2863850" cy="8075905"/>
          </a:xfrm>
        </p:grpSpPr>
        <p:grpSp>
          <p:nvGrpSpPr>
            <p:cNvPr id="4" name="Gruppe 3">
              <a:extLst>
                <a:ext uri="{FF2B5EF4-FFF2-40B4-BE49-F238E27FC236}">
                  <a16:creationId xmlns:a16="http://schemas.microsoft.com/office/drawing/2014/main" id="{7743BA3B-1166-3BB8-B598-2C49CE60A9E5}"/>
                </a:ext>
              </a:extLst>
            </p:cNvPr>
            <p:cNvGrpSpPr/>
            <p:nvPr/>
          </p:nvGrpSpPr>
          <p:grpSpPr>
            <a:xfrm rot="5400000">
              <a:off x="3726436" y="-1053917"/>
              <a:ext cx="1042638" cy="2817343"/>
              <a:chOff x="1255837" y="3302471"/>
              <a:chExt cx="1042638" cy="2817343"/>
            </a:xfrm>
          </p:grpSpPr>
          <p:sp>
            <p:nvSpPr>
              <p:cNvPr id="10300" name="Rectangle 60">
                <a:extLst>
                  <a:ext uri="{FF2B5EF4-FFF2-40B4-BE49-F238E27FC236}">
                    <a16:creationId xmlns:a16="http://schemas.microsoft.com/office/drawing/2014/main" id="{DFA0524A-70F5-5AF0-4786-5B1933712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68484" y="4189824"/>
                <a:ext cx="2817343" cy="104263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t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b-NO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02" name="Rectangle 62">
                <a:extLst>
                  <a:ext uri="{FF2B5EF4-FFF2-40B4-BE49-F238E27FC236}">
                    <a16:creationId xmlns:a16="http://schemas.microsoft.com/office/drawing/2014/main" id="{281F6B44-E28F-C87E-7C06-E56CEE60E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329374" y="3293333"/>
                <a:ext cx="895557" cy="958681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t" anchorCtr="0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b-NO" sz="105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Week</a:t>
                </a:r>
                <a:r>
                  <a:rPr kumimoji="0" lang="nb-NO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2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nb-NO" sz="1200" dirty="0">
                    <a:solidFill>
                      <a:srgbClr val="000000"/>
                    </a:solidFill>
                  </a:rPr>
                  <a:t>20</a:t>
                </a:r>
                <a:endParaRPr kumimoji="0" lang="nb-NO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3E454B3F-6F7A-CC3B-AB11-7AE2840A8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505" y="2348706"/>
              <a:ext cx="2863850" cy="27066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CC0309E4-CE73-2C42-C1DE-D968D9D40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680" y="2365437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9" name="Rectangle 19">
              <a:extLst>
                <a:ext uri="{FF2B5EF4-FFF2-40B4-BE49-F238E27FC236}">
                  <a16:creationId xmlns:a16="http://schemas.microsoft.com/office/drawing/2014/main" id="{A3EEAE13-B96E-195D-1D44-9D3C666AD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080" y="4410744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altLang="nb-NO" sz="1200" dirty="0">
                  <a:solidFill>
                    <a:srgbClr val="000000"/>
                  </a:solidFill>
                </a:rPr>
                <a:t>30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A5559F5F-11F1-232A-90EF-BD38D44B6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855" y="2354263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altLang="nb-NO" sz="1200" dirty="0">
                  <a:solidFill>
                    <a:srgbClr val="000000"/>
                  </a:solidFill>
                </a:rPr>
                <a:t>10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61" name="Rectangle 21">
              <a:extLst>
                <a:ext uri="{FF2B5EF4-FFF2-40B4-BE49-F238E27FC236}">
                  <a16:creationId xmlns:a16="http://schemas.microsoft.com/office/drawing/2014/main" id="{73141E80-C3B9-FD55-054E-1BA146254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330" y="4421981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altLang="nb-NO" sz="1200" dirty="0">
                  <a:solidFill>
                    <a:srgbClr val="000000"/>
                  </a:solidFill>
                </a:rPr>
                <a:t>40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92" name="AutoShape 52">
              <a:extLst>
                <a:ext uri="{FF2B5EF4-FFF2-40B4-BE49-F238E27FC236}">
                  <a16:creationId xmlns:a16="http://schemas.microsoft.com/office/drawing/2014/main" id="{45DC97AE-DDA9-ABE4-0133-C85C2BE72F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59670" y="1337343"/>
              <a:ext cx="1511317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93" name="AutoShape 53">
              <a:extLst>
                <a:ext uri="{FF2B5EF4-FFF2-40B4-BE49-F238E27FC236}">
                  <a16:creationId xmlns:a16="http://schemas.microsoft.com/office/drawing/2014/main" id="{855D0C32-7F6D-1C54-74F0-D5EDBC66B6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71874" y="5152296"/>
              <a:ext cx="633413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" name="AutoShape 53">
              <a:extLst>
                <a:ext uri="{FF2B5EF4-FFF2-40B4-BE49-F238E27FC236}">
                  <a16:creationId xmlns:a16="http://schemas.microsoft.com/office/drawing/2014/main" id="{3B8989D8-C941-BFD0-9F10-DDD68BD647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450873" y="1361364"/>
              <a:ext cx="1475416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47107A76-8047-B48A-5614-18AE7733B8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01011" y="6242612"/>
              <a:ext cx="2828633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Rectangle 60">
            <a:extLst>
              <a:ext uri="{FF2B5EF4-FFF2-40B4-BE49-F238E27FC236}">
                <a16:creationId xmlns:a16="http://schemas.microsoft.com/office/drawing/2014/main" id="{2D5A9CAA-3163-3FF8-F4AA-573635D80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596" y="2947196"/>
            <a:ext cx="1211934" cy="67484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Inventory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50</a:t>
            </a:r>
            <a:endParaRPr kumimoji="0" lang="nb-N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4EC5AEA7-CC6C-AD6B-FA9B-A94CC38F8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288" y="671568"/>
            <a:ext cx="662702" cy="67484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3" name="Rectangle 62">
            <a:extLst>
              <a:ext uri="{FF2B5EF4-FFF2-40B4-BE49-F238E27FC236}">
                <a16:creationId xmlns:a16="http://schemas.microsoft.com/office/drawing/2014/main" id="{0F3FBE10-3DF7-3097-D82A-490994A41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59" y="4728754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25</a:t>
            </a:r>
            <a:endParaRPr kumimoji="0" lang="nb-N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Rectangle 62">
            <a:extLst>
              <a:ext uri="{FF2B5EF4-FFF2-40B4-BE49-F238E27FC236}">
                <a16:creationId xmlns:a16="http://schemas.microsoft.com/office/drawing/2014/main" id="{960BFAD9-627D-7486-7435-B34F5D317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769" y="5578818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b-NO" sz="1200" dirty="0">
                <a:solidFill>
                  <a:srgbClr val="000000"/>
                </a:solidFill>
              </a:rPr>
              <a:t>10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AutoShape 53">
            <a:extLst>
              <a:ext uri="{FF2B5EF4-FFF2-40B4-BE49-F238E27FC236}">
                <a16:creationId xmlns:a16="http://schemas.microsoft.com/office/drawing/2014/main" id="{3769B1BB-C34D-035F-F2EE-494F7ACF52D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491940" y="821239"/>
            <a:ext cx="640909" cy="361280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b-NO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AutoShape 53">
            <a:extLst>
              <a:ext uri="{FF2B5EF4-FFF2-40B4-BE49-F238E27FC236}">
                <a16:creationId xmlns:a16="http://schemas.microsoft.com/office/drawing/2014/main" id="{97E29483-61F0-E820-E1E6-5F496B481FD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72161" y="5209697"/>
            <a:ext cx="397820" cy="361280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b-NO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Text Box 63">
            <a:extLst>
              <a:ext uri="{FF2B5EF4-FFF2-40B4-BE49-F238E27FC236}">
                <a16:creationId xmlns:a16="http://schemas.microsoft.com/office/drawing/2014/main" id="{1FEC1BD2-77C4-30EC-4CD4-06B8A0A27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3795"/>
            <a:ext cx="1755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Mobile/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ipad</a:t>
            </a: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view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altLang="nb-NO" sz="1600" dirty="0">
                <a:solidFill>
                  <a:srgbClr val="000000"/>
                </a:solidFill>
              </a:rPr>
              <a:t>Factory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20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5672-8AC7-1675-34E6-BE1D250D1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e 5">
            <a:extLst>
              <a:ext uri="{FF2B5EF4-FFF2-40B4-BE49-F238E27FC236}">
                <a16:creationId xmlns:a16="http://schemas.microsoft.com/office/drawing/2014/main" id="{8CE0EC8F-CC96-C39A-DAED-5913794F022D}"/>
              </a:ext>
            </a:extLst>
          </p:cNvPr>
          <p:cNvGrpSpPr/>
          <p:nvPr/>
        </p:nvGrpSpPr>
        <p:grpSpPr>
          <a:xfrm>
            <a:off x="2771800" y="404670"/>
            <a:ext cx="2049527" cy="5713303"/>
            <a:chOff x="2810505" y="-562320"/>
            <a:chExt cx="2863850" cy="8471661"/>
          </a:xfrm>
        </p:grpSpPr>
        <p:sp>
          <p:nvSpPr>
            <p:cNvPr id="10302" name="Rectangle 62">
              <a:extLst>
                <a:ext uri="{FF2B5EF4-FFF2-40B4-BE49-F238E27FC236}">
                  <a16:creationId xmlns:a16="http://schemas.microsoft.com/office/drawing/2014/main" id="{988ABD63-64D4-F6FD-E007-DD127B0C3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811" y="835675"/>
              <a:ext cx="730249" cy="666023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Week</a:t>
              </a:r>
              <a:r>
                <a: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</a:t>
              </a:r>
              <a:endPara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2EBECF33-550B-0BC3-599D-54881BC46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0505" y="2348706"/>
              <a:ext cx="2863850" cy="270668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alt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58" name="Rectangle 18">
              <a:extLst>
                <a:ext uri="{FF2B5EF4-FFF2-40B4-BE49-F238E27FC236}">
                  <a16:creationId xmlns:a16="http://schemas.microsoft.com/office/drawing/2014/main" id="{098C1200-A9BF-AE7B-392E-B78340DFB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680" y="2365437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259" name="Rectangle 19">
              <a:extLst>
                <a:ext uri="{FF2B5EF4-FFF2-40B4-BE49-F238E27FC236}">
                  <a16:creationId xmlns:a16="http://schemas.microsoft.com/office/drawing/2014/main" id="{835B15F1-843A-381C-EFE1-D230D3197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080" y="4410744"/>
              <a:ext cx="952500" cy="635000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Order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9E208DF1-3991-6084-095B-8DB47954E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855" y="2354263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Incoming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</a:p>
          </p:txBody>
        </p:sp>
        <p:sp>
          <p:nvSpPr>
            <p:cNvPr id="10261" name="Rectangle 21">
              <a:extLst>
                <a:ext uri="{FF2B5EF4-FFF2-40B4-BE49-F238E27FC236}">
                  <a16:creationId xmlns:a16="http://schemas.microsoft.com/office/drawing/2014/main" id="{CFA1C9BC-6A28-EDC3-9B2F-67A2F0482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330" y="4421981"/>
              <a:ext cx="952500" cy="633412"/>
            </a:xfrm>
            <a:prstGeom prst="rect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t" anchorCtr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Outgoing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altLang="nb-NO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delivery</a:t>
              </a:r>
              <a:endParaRPr kumimoji="0" lang="de-DE" altLang="nb-NO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92" name="AutoShape 52">
              <a:extLst>
                <a:ext uri="{FF2B5EF4-FFF2-40B4-BE49-F238E27FC236}">
                  <a16:creationId xmlns:a16="http://schemas.microsoft.com/office/drawing/2014/main" id="{9BEA41A1-D86D-F2E5-9254-4E47C89E09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61463" y="639133"/>
              <a:ext cx="2907731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" name="AutoShape 53">
              <a:extLst>
                <a:ext uri="{FF2B5EF4-FFF2-40B4-BE49-F238E27FC236}">
                  <a16:creationId xmlns:a16="http://schemas.microsoft.com/office/drawing/2014/main" id="{10AC11EF-9B69-1E22-2B8E-7DFEC607DE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854181" y="1764672"/>
              <a:ext cx="668799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A6D07C4C-0E19-0252-ACE0-C90530ACDE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01011" y="6242612"/>
              <a:ext cx="2828633" cy="504825"/>
            </a:xfrm>
            <a:prstGeom prst="leftArrow">
              <a:avLst>
                <a:gd name="adj1" fmla="val 50000"/>
                <a:gd name="adj2" fmla="val 60613"/>
              </a:avLst>
            </a:prstGeom>
            <a:solidFill>
              <a:srgbClr val="99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Rectangle 60">
            <a:extLst>
              <a:ext uri="{FF2B5EF4-FFF2-40B4-BE49-F238E27FC236}">
                <a16:creationId xmlns:a16="http://schemas.microsoft.com/office/drawing/2014/main" id="{A65D8A48-D950-8ABF-DE4A-26830B25B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596" y="2947196"/>
            <a:ext cx="1211934" cy="67484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t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Inventory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50</a:t>
            </a:r>
            <a:endParaRPr kumimoji="0" lang="nb-N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51B6894D-A47A-F366-EEC3-FA3D4EDB5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784" y="492449"/>
            <a:ext cx="522606" cy="44916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Week</a:t>
            </a:r>
            <a:r>
              <a:rPr kumimoji="0" lang="nb-NO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30</a:t>
            </a:r>
          </a:p>
        </p:txBody>
      </p:sp>
      <p:sp>
        <p:nvSpPr>
          <p:cNvPr id="15" name="AutoShape 53">
            <a:extLst>
              <a:ext uri="{FF2B5EF4-FFF2-40B4-BE49-F238E27FC236}">
                <a16:creationId xmlns:a16="http://schemas.microsoft.com/office/drawing/2014/main" id="{797F5BA7-DA60-1C59-0C99-B930469EC2A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281587" y="959885"/>
            <a:ext cx="397820" cy="361280"/>
          </a:xfrm>
          <a:prstGeom prst="leftArrow">
            <a:avLst>
              <a:gd name="adj1" fmla="val 50000"/>
              <a:gd name="adj2" fmla="val 60613"/>
            </a:avLst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b-NO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 Box 63">
            <a:extLst>
              <a:ext uri="{FF2B5EF4-FFF2-40B4-BE49-F238E27FC236}">
                <a16:creationId xmlns:a16="http://schemas.microsoft.com/office/drawing/2014/main" id="{80766BAF-24FC-8A8E-C644-640EEE69E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3795"/>
            <a:ext cx="1755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Mobile/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ipad</a:t>
            </a:r>
            <a:r>
              <a:rPr kumimoji="0" lang="de-DE" altLang="nb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de-DE" altLang="nb-N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view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altLang="nb-NO" sz="1600" dirty="0" err="1">
                <a:solidFill>
                  <a:srgbClr val="000000"/>
                </a:solidFill>
              </a:rPr>
              <a:t>Retailer</a:t>
            </a:r>
            <a:endParaRPr kumimoji="0" lang="de-DE" altLang="nb-NO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66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EBA1AD-9603-7117-0ECD-DA8D00A81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E0E370A-1582-777A-5FB2-ACA3998DD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99D6094-6139-E40D-410E-899C3E460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8B1B95A0-8E2A-736E-B0D1-52A875FE8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40FF1FE-AB39-D4EF-9F07-D16FA170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AF98DD9-DFEE-1632-6161-E96DBFC54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0D2BA3AE-20FD-DB31-B1C8-8E5263D41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61BE1888-2048-FDEF-36EF-9AE0CDF1FED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E315968E-46AF-2120-9E58-3862688E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55991D7-A69E-0EDE-EB40-33F27701D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09E1F4FC-5E65-81AA-926D-BED66ADE3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8202EA46-B6F7-6309-3B79-16603D4A7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907D9460-5603-65BB-FDC7-890B1636F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FA0C6D76-ACD1-5D49-65E4-C1175194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49D9455B-3DBB-89DB-16F0-D869A2BBD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A442A15C-6096-1F58-2802-A2F1D64F3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45D34F0B-81E3-231F-9956-B2D70286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2AAA7D04-D9CD-3D8C-CA80-9B0B93B4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812065D5-93E6-A0A3-872D-78DD175A7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95809098-DC23-1F71-0852-A69C380A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B1B1D06A-4153-CED5-0309-8401E63A2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A0769E9A-A644-8BAA-63C6-521EFEB76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A41DAA53-E95F-843C-EC39-3BB6F9C85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016D96F9-E646-D62C-BAC0-008E0B5C8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2" name="Oval 26">
            <a:extLst>
              <a:ext uri="{FF2B5EF4-FFF2-40B4-BE49-F238E27FC236}">
                <a16:creationId xmlns:a16="http://schemas.microsoft.com/office/drawing/2014/main" id="{856E61E3-D1FC-A56B-688B-AC4CFD0B5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3" name="Oval 27">
            <a:extLst>
              <a:ext uri="{FF2B5EF4-FFF2-40B4-BE49-F238E27FC236}">
                <a16:creationId xmlns:a16="http://schemas.microsoft.com/office/drawing/2014/main" id="{4E10EF0A-43EC-91AB-13DF-0D263EAB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4" name="Oval 28">
            <a:extLst>
              <a:ext uri="{FF2B5EF4-FFF2-40B4-BE49-F238E27FC236}">
                <a16:creationId xmlns:a16="http://schemas.microsoft.com/office/drawing/2014/main" id="{4BE58E00-17F8-6632-001C-A087AA73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5" name="Oval 29">
            <a:extLst>
              <a:ext uri="{FF2B5EF4-FFF2-40B4-BE49-F238E27FC236}">
                <a16:creationId xmlns:a16="http://schemas.microsoft.com/office/drawing/2014/main" id="{EF3C1791-8A98-596E-8B5F-9AA682AE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6" name="Oval 30">
            <a:extLst>
              <a:ext uri="{FF2B5EF4-FFF2-40B4-BE49-F238E27FC236}">
                <a16:creationId xmlns:a16="http://schemas.microsoft.com/office/drawing/2014/main" id="{33486409-CD80-4CD3-7F3F-EF05AB38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7" name="Oval 31">
            <a:extLst>
              <a:ext uri="{FF2B5EF4-FFF2-40B4-BE49-F238E27FC236}">
                <a16:creationId xmlns:a16="http://schemas.microsoft.com/office/drawing/2014/main" id="{18090F16-1C05-4F48-E86C-DC0EDD5C4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8" name="Oval 32">
            <a:extLst>
              <a:ext uri="{FF2B5EF4-FFF2-40B4-BE49-F238E27FC236}">
                <a16:creationId xmlns:a16="http://schemas.microsoft.com/office/drawing/2014/main" id="{E7A30531-E5EC-E659-BAD1-815F54472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29" name="Oval 33">
            <a:extLst>
              <a:ext uri="{FF2B5EF4-FFF2-40B4-BE49-F238E27FC236}">
                <a16:creationId xmlns:a16="http://schemas.microsoft.com/office/drawing/2014/main" id="{3FFDAD93-5707-CC38-55AA-9651B22F0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0" name="Oval 34">
            <a:extLst>
              <a:ext uri="{FF2B5EF4-FFF2-40B4-BE49-F238E27FC236}">
                <a16:creationId xmlns:a16="http://schemas.microsoft.com/office/drawing/2014/main" id="{2EF2C4B4-A715-E0B5-CC99-060471B12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1" name="Oval 35">
            <a:extLst>
              <a:ext uri="{FF2B5EF4-FFF2-40B4-BE49-F238E27FC236}">
                <a16:creationId xmlns:a16="http://schemas.microsoft.com/office/drawing/2014/main" id="{CFF6AEF2-7070-309C-B816-B7DFA1FF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2" name="Oval 36">
            <a:extLst>
              <a:ext uri="{FF2B5EF4-FFF2-40B4-BE49-F238E27FC236}">
                <a16:creationId xmlns:a16="http://schemas.microsoft.com/office/drawing/2014/main" id="{C07BF718-D24B-8EA6-B3C2-A4FBCB675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3" name="Oval 37">
            <a:extLst>
              <a:ext uri="{FF2B5EF4-FFF2-40B4-BE49-F238E27FC236}">
                <a16:creationId xmlns:a16="http://schemas.microsoft.com/office/drawing/2014/main" id="{605F1257-2A05-6C49-C469-70AC619A3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4" name="Rectangle 38">
            <a:extLst>
              <a:ext uri="{FF2B5EF4-FFF2-40B4-BE49-F238E27FC236}">
                <a16:creationId xmlns:a16="http://schemas.microsoft.com/office/drawing/2014/main" id="{F2605419-6F97-E53B-5A79-F0D203488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5" name="Rectangle 39">
            <a:extLst>
              <a:ext uri="{FF2B5EF4-FFF2-40B4-BE49-F238E27FC236}">
                <a16:creationId xmlns:a16="http://schemas.microsoft.com/office/drawing/2014/main" id="{F0385A80-FD07-1DC5-F903-C16A4B8EF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91572531-5975-8E68-8EDE-DEEBE1007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7" name="Rectangle 41">
            <a:extLst>
              <a:ext uri="{FF2B5EF4-FFF2-40B4-BE49-F238E27FC236}">
                <a16:creationId xmlns:a16="http://schemas.microsoft.com/office/drawing/2014/main" id="{88D8EDAE-DD78-636F-B25E-B95E861C0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9E7400C2-A0AA-1562-77A2-F4FBC32FF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39" name="Rectangle 43">
            <a:extLst>
              <a:ext uri="{FF2B5EF4-FFF2-40B4-BE49-F238E27FC236}">
                <a16:creationId xmlns:a16="http://schemas.microsoft.com/office/drawing/2014/main" id="{6AF6729F-6AF7-D646-F703-A959A1F04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0" name="Rectangle 44">
            <a:extLst>
              <a:ext uri="{FF2B5EF4-FFF2-40B4-BE49-F238E27FC236}">
                <a16:creationId xmlns:a16="http://schemas.microsoft.com/office/drawing/2014/main" id="{8DD4F6A1-F33A-6671-ABA2-BD931762C94E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1" name="Rectangle 45">
            <a:extLst>
              <a:ext uri="{FF2B5EF4-FFF2-40B4-BE49-F238E27FC236}">
                <a16:creationId xmlns:a16="http://schemas.microsoft.com/office/drawing/2014/main" id="{BC7B9FBA-E533-4B12-7DC5-CDD93A8A26B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2" name="Text Box 46">
            <a:extLst>
              <a:ext uri="{FF2B5EF4-FFF2-40B4-BE49-F238E27FC236}">
                <a16:creationId xmlns:a16="http://schemas.microsoft.com/office/drawing/2014/main" id="{CBE9E8D7-460C-6BF8-0933-4C3FA9F7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4143" name="Text Box 47">
            <a:extLst>
              <a:ext uri="{FF2B5EF4-FFF2-40B4-BE49-F238E27FC236}">
                <a16:creationId xmlns:a16="http://schemas.microsoft.com/office/drawing/2014/main" id="{3B57BCF1-3E7D-58CD-CB49-E863B6D6B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4144" name="Text Box 48">
            <a:extLst>
              <a:ext uri="{FF2B5EF4-FFF2-40B4-BE49-F238E27FC236}">
                <a16:creationId xmlns:a16="http://schemas.microsoft.com/office/drawing/2014/main" id="{367FF0CB-77EB-37A7-F8C0-D5F346521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4145" name="Text Box 49">
            <a:extLst>
              <a:ext uri="{FF2B5EF4-FFF2-40B4-BE49-F238E27FC236}">
                <a16:creationId xmlns:a16="http://schemas.microsoft.com/office/drawing/2014/main" id="{72D5DC74-3D14-C313-1F02-2EEDB1E2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4146" name="AutoShape 50">
            <a:extLst>
              <a:ext uri="{FF2B5EF4-FFF2-40B4-BE49-F238E27FC236}">
                <a16:creationId xmlns:a16="http://schemas.microsoft.com/office/drawing/2014/main" id="{290AC56F-2512-C27C-99BA-77CB4AA93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7" name="AutoShape 51">
            <a:extLst>
              <a:ext uri="{FF2B5EF4-FFF2-40B4-BE49-F238E27FC236}">
                <a16:creationId xmlns:a16="http://schemas.microsoft.com/office/drawing/2014/main" id="{4A5D2787-15DF-BDCC-D103-372EC04E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8" name="AutoShape 52">
            <a:extLst>
              <a:ext uri="{FF2B5EF4-FFF2-40B4-BE49-F238E27FC236}">
                <a16:creationId xmlns:a16="http://schemas.microsoft.com/office/drawing/2014/main" id="{EB470758-476E-9639-7D23-8C194FD9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49" name="AutoShape 53">
            <a:extLst>
              <a:ext uri="{FF2B5EF4-FFF2-40B4-BE49-F238E27FC236}">
                <a16:creationId xmlns:a16="http://schemas.microsoft.com/office/drawing/2014/main" id="{2E3967DC-EA90-F4B1-6A56-65B51B39B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0" name="AutoShape 54">
            <a:extLst>
              <a:ext uri="{FF2B5EF4-FFF2-40B4-BE49-F238E27FC236}">
                <a16:creationId xmlns:a16="http://schemas.microsoft.com/office/drawing/2014/main" id="{4E98621F-3616-38F8-1AFD-E9551AC0831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1" name="AutoShape 55">
            <a:extLst>
              <a:ext uri="{FF2B5EF4-FFF2-40B4-BE49-F238E27FC236}">
                <a16:creationId xmlns:a16="http://schemas.microsoft.com/office/drawing/2014/main" id="{85322D2A-9B0E-132F-AD63-CD64E729A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2" name="AutoShape 56">
            <a:extLst>
              <a:ext uri="{FF2B5EF4-FFF2-40B4-BE49-F238E27FC236}">
                <a16:creationId xmlns:a16="http://schemas.microsoft.com/office/drawing/2014/main" id="{75E79F23-8665-12CA-A0FD-D9CAE5FE2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3" name="AutoShape 57">
            <a:extLst>
              <a:ext uri="{FF2B5EF4-FFF2-40B4-BE49-F238E27FC236}">
                <a16:creationId xmlns:a16="http://schemas.microsoft.com/office/drawing/2014/main" id="{B5DD340D-801E-AF2D-4FF1-DE33650E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4" name="AutoShape 58">
            <a:extLst>
              <a:ext uri="{FF2B5EF4-FFF2-40B4-BE49-F238E27FC236}">
                <a16:creationId xmlns:a16="http://schemas.microsoft.com/office/drawing/2014/main" id="{EABFB602-A208-ABE2-4722-ECBDBA3F2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5" name="AutoShape 59">
            <a:extLst>
              <a:ext uri="{FF2B5EF4-FFF2-40B4-BE49-F238E27FC236}">
                <a16:creationId xmlns:a16="http://schemas.microsoft.com/office/drawing/2014/main" id="{EF76DAED-9522-7E2F-C7BC-A220A69A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6" name="AutoShape 60">
            <a:extLst>
              <a:ext uri="{FF2B5EF4-FFF2-40B4-BE49-F238E27FC236}">
                <a16:creationId xmlns:a16="http://schemas.microsoft.com/office/drawing/2014/main" id="{4E9BDC65-8380-77EB-B59F-CFBEDD9C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4157" name="AutoShape 61">
            <a:extLst>
              <a:ext uri="{FF2B5EF4-FFF2-40B4-BE49-F238E27FC236}">
                <a16:creationId xmlns:a16="http://schemas.microsoft.com/office/drawing/2014/main" id="{A6896670-FADB-9DB4-6F33-3980FC8BEDB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4161" name="Group 65">
            <a:extLst>
              <a:ext uri="{FF2B5EF4-FFF2-40B4-BE49-F238E27FC236}">
                <a16:creationId xmlns:a16="http://schemas.microsoft.com/office/drawing/2014/main" id="{2A40E42F-DA3D-C8F0-6176-F0985BA042FB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2636838"/>
            <a:ext cx="287338" cy="215900"/>
            <a:chOff x="975" y="3203"/>
            <a:chExt cx="181" cy="136"/>
          </a:xfrm>
        </p:grpSpPr>
        <p:sp>
          <p:nvSpPr>
            <p:cNvPr id="4158" name="Rectangle 62">
              <a:extLst>
                <a:ext uri="{FF2B5EF4-FFF2-40B4-BE49-F238E27FC236}">
                  <a16:creationId xmlns:a16="http://schemas.microsoft.com/office/drawing/2014/main" id="{3A00AEB2-60D0-E832-D504-6F3A4DE5D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4159" name="Line 63">
              <a:extLst>
                <a:ext uri="{FF2B5EF4-FFF2-40B4-BE49-F238E27FC236}">
                  <a16:creationId xmlns:a16="http://schemas.microsoft.com/office/drawing/2014/main" id="{B3DFEC1B-0C2F-C1D1-8E3B-EB40EA5AF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4160" name="Line 64">
              <a:extLst>
                <a:ext uri="{FF2B5EF4-FFF2-40B4-BE49-F238E27FC236}">
                  <a16:creationId xmlns:a16="http://schemas.microsoft.com/office/drawing/2014/main" id="{BCF5A064-767E-FCF2-B54C-19C4B572D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4162" name="Group 66">
            <a:extLst>
              <a:ext uri="{FF2B5EF4-FFF2-40B4-BE49-F238E27FC236}">
                <a16:creationId xmlns:a16="http://schemas.microsoft.com/office/drawing/2014/main" id="{A42A86E6-03B0-AB1F-B304-1FDDE960AF5D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636838"/>
            <a:ext cx="287338" cy="215900"/>
            <a:chOff x="975" y="3203"/>
            <a:chExt cx="181" cy="136"/>
          </a:xfrm>
        </p:grpSpPr>
        <p:sp>
          <p:nvSpPr>
            <p:cNvPr id="4163" name="Rectangle 67">
              <a:extLst>
                <a:ext uri="{FF2B5EF4-FFF2-40B4-BE49-F238E27FC236}">
                  <a16:creationId xmlns:a16="http://schemas.microsoft.com/office/drawing/2014/main" id="{4C35BE2D-FA4D-B568-CD55-60AA7B2FA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4164" name="Line 68">
              <a:extLst>
                <a:ext uri="{FF2B5EF4-FFF2-40B4-BE49-F238E27FC236}">
                  <a16:creationId xmlns:a16="http://schemas.microsoft.com/office/drawing/2014/main" id="{C8CE9A7F-AB02-9074-CC3F-BBBFF2FB4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4165" name="Line 69">
              <a:extLst>
                <a:ext uri="{FF2B5EF4-FFF2-40B4-BE49-F238E27FC236}">
                  <a16:creationId xmlns:a16="http://schemas.microsoft.com/office/drawing/2014/main" id="{4ABF95B4-3665-ABE6-160F-FF65377A3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4166" name="Group 70">
            <a:extLst>
              <a:ext uri="{FF2B5EF4-FFF2-40B4-BE49-F238E27FC236}">
                <a16:creationId xmlns:a16="http://schemas.microsoft.com/office/drawing/2014/main" id="{31D3C0DE-A266-AC0A-8CD4-EA406620AEB2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636838"/>
            <a:ext cx="287337" cy="215900"/>
            <a:chOff x="975" y="3203"/>
            <a:chExt cx="181" cy="136"/>
          </a:xfrm>
        </p:grpSpPr>
        <p:sp>
          <p:nvSpPr>
            <p:cNvPr id="4167" name="Rectangle 71">
              <a:extLst>
                <a:ext uri="{FF2B5EF4-FFF2-40B4-BE49-F238E27FC236}">
                  <a16:creationId xmlns:a16="http://schemas.microsoft.com/office/drawing/2014/main" id="{AD308079-CF6B-DF71-3ED8-23A2BEB5B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4168" name="Line 72">
              <a:extLst>
                <a:ext uri="{FF2B5EF4-FFF2-40B4-BE49-F238E27FC236}">
                  <a16:creationId xmlns:a16="http://schemas.microsoft.com/office/drawing/2014/main" id="{BA148443-9A33-06DB-025A-1401A4D3A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4169" name="Line 73">
              <a:extLst>
                <a:ext uri="{FF2B5EF4-FFF2-40B4-BE49-F238E27FC236}">
                  <a16:creationId xmlns:a16="http://schemas.microsoft.com/office/drawing/2014/main" id="{B8E34DF1-F823-B633-B590-177734BB9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4170" name="Group 74">
            <a:extLst>
              <a:ext uri="{FF2B5EF4-FFF2-40B4-BE49-F238E27FC236}">
                <a16:creationId xmlns:a16="http://schemas.microsoft.com/office/drawing/2014/main" id="{7EA53F91-5C69-CD74-3DC2-CCF77821ACD2}"/>
              </a:ext>
            </a:extLst>
          </p:cNvPr>
          <p:cNvGrpSpPr>
            <a:grpSpLocks/>
          </p:cNvGrpSpPr>
          <p:nvPr/>
        </p:nvGrpSpPr>
        <p:grpSpPr bwMode="auto">
          <a:xfrm>
            <a:off x="8532813" y="2636838"/>
            <a:ext cx="287337" cy="215900"/>
            <a:chOff x="975" y="3203"/>
            <a:chExt cx="181" cy="136"/>
          </a:xfrm>
        </p:grpSpPr>
        <p:sp>
          <p:nvSpPr>
            <p:cNvPr id="4171" name="Rectangle 75">
              <a:extLst>
                <a:ext uri="{FF2B5EF4-FFF2-40B4-BE49-F238E27FC236}">
                  <a16:creationId xmlns:a16="http://schemas.microsoft.com/office/drawing/2014/main" id="{7EFE522B-894F-C994-76E3-AF787ADE7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4172" name="Line 76">
              <a:extLst>
                <a:ext uri="{FF2B5EF4-FFF2-40B4-BE49-F238E27FC236}">
                  <a16:creationId xmlns:a16="http://schemas.microsoft.com/office/drawing/2014/main" id="{D8061612-990F-A4B9-3ED5-268F8CCAF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4173" name="Line 77">
              <a:extLst>
                <a:ext uri="{FF2B5EF4-FFF2-40B4-BE49-F238E27FC236}">
                  <a16:creationId xmlns:a16="http://schemas.microsoft.com/office/drawing/2014/main" id="{83D11EF6-9801-C657-0362-CA5EBD2F3B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FA9CFDE-ADC9-68C5-C4AF-8E34A0CA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20B301D-3C8C-598D-68C2-9BA5D388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8E755A0-4210-D446-8F1A-7A7E26740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73279FE5-995E-BD90-799B-EDB4D30A7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ADD1155B-216C-927C-9793-113960AAF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3CC334BB-FAC6-6CBF-1907-C3FA32960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1B2A59FE-7A9B-13B8-2A08-394B0AEFE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37D020A2-3D22-D808-A5DB-1C064B3F0EC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36D3AE7A-5857-1A63-B8D0-05EF8B32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90AB288F-5029-33BC-AA00-D598D5F4A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1F7C291C-3B2D-55D4-FC87-7F21F5717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4F656248-6CFC-A773-9FE6-3BA9B7302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3BEC0AC2-D141-0C86-B207-B54D020DB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FAB65655-1564-9528-3FDC-AF2FBCB38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5E12925A-DED2-3256-5567-959EA4B36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B9241973-703F-2203-D5AA-281B7FE85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D4B1ADB9-03E7-A1C2-F30A-C9BD657E3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49299494-BE47-22C2-D7A9-A09CB4BA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0" name="Rectangle 20">
            <a:extLst>
              <a:ext uri="{FF2B5EF4-FFF2-40B4-BE49-F238E27FC236}">
                <a16:creationId xmlns:a16="http://schemas.microsoft.com/office/drawing/2014/main" id="{C4BF6E1F-1C2E-7F8A-DC59-BCA5D7154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1" name="Rectangle 21">
            <a:extLst>
              <a:ext uri="{FF2B5EF4-FFF2-40B4-BE49-F238E27FC236}">
                <a16:creationId xmlns:a16="http://schemas.microsoft.com/office/drawing/2014/main" id="{B5E894C6-7B84-F087-F899-E5D3F193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2" name="Rectangle 22">
            <a:extLst>
              <a:ext uri="{FF2B5EF4-FFF2-40B4-BE49-F238E27FC236}">
                <a16:creationId xmlns:a16="http://schemas.microsoft.com/office/drawing/2014/main" id="{C6D9B47B-7DF7-8DA3-E10B-9462C9F41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AFAB42B0-E465-5D87-BDFE-2D07669EA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A8C42E4C-B232-3A31-3B0A-66831849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F4D70928-27E0-B481-E758-806B38E57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6" name="Oval 26">
            <a:extLst>
              <a:ext uri="{FF2B5EF4-FFF2-40B4-BE49-F238E27FC236}">
                <a16:creationId xmlns:a16="http://schemas.microsoft.com/office/drawing/2014/main" id="{0C6C118E-3235-84EA-CF74-C95AC6FB9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7" name="Oval 27">
            <a:extLst>
              <a:ext uri="{FF2B5EF4-FFF2-40B4-BE49-F238E27FC236}">
                <a16:creationId xmlns:a16="http://schemas.microsoft.com/office/drawing/2014/main" id="{36AF3A46-EDFA-4950-385E-9616461A7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8" name="Oval 28">
            <a:extLst>
              <a:ext uri="{FF2B5EF4-FFF2-40B4-BE49-F238E27FC236}">
                <a16:creationId xmlns:a16="http://schemas.microsoft.com/office/drawing/2014/main" id="{4CE75916-31F3-ADB7-0118-02D19C05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49" name="Oval 29">
            <a:extLst>
              <a:ext uri="{FF2B5EF4-FFF2-40B4-BE49-F238E27FC236}">
                <a16:creationId xmlns:a16="http://schemas.microsoft.com/office/drawing/2014/main" id="{83BA7183-FF8F-BA3C-6CF8-F6B88B450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0" name="Oval 30">
            <a:extLst>
              <a:ext uri="{FF2B5EF4-FFF2-40B4-BE49-F238E27FC236}">
                <a16:creationId xmlns:a16="http://schemas.microsoft.com/office/drawing/2014/main" id="{ECF35CD4-4254-D728-8AFD-B19A1E07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1" name="Oval 31">
            <a:extLst>
              <a:ext uri="{FF2B5EF4-FFF2-40B4-BE49-F238E27FC236}">
                <a16:creationId xmlns:a16="http://schemas.microsoft.com/office/drawing/2014/main" id="{BAEE3070-D680-EAAD-C5DF-FC665E4F6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2" name="Oval 32">
            <a:extLst>
              <a:ext uri="{FF2B5EF4-FFF2-40B4-BE49-F238E27FC236}">
                <a16:creationId xmlns:a16="http://schemas.microsoft.com/office/drawing/2014/main" id="{4BB07B81-D09B-B693-9C6B-BFEA2D98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3" name="Oval 33">
            <a:extLst>
              <a:ext uri="{FF2B5EF4-FFF2-40B4-BE49-F238E27FC236}">
                <a16:creationId xmlns:a16="http://schemas.microsoft.com/office/drawing/2014/main" id="{D3DEF687-4967-F71B-5311-0E045FD94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4" name="Oval 34">
            <a:extLst>
              <a:ext uri="{FF2B5EF4-FFF2-40B4-BE49-F238E27FC236}">
                <a16:creationId xmlns:a16="http://schemas.microsoft.com/office/drawing/2014/main" id="{A8383E81-799D-3C83-37E1-2DC65277A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5" name="Oval 35">
            <a:extLst>
              <a:ext uri="{FF2B5EF4-FFF2-40B4-BE49-F238E27FC236}">
                <a16:creationId xmlns:a16="http://schemas.microsoft.com/office/drawing/2014/main" id="{5438A4EA-1D2B-879A-DD4E-ED3BC9B0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6" name="Oval 36">
            <a:extLst>
              <a:ext uri="{FF2B5EF4-FFF2-40B4-BE49-F238E27FC236}">
                <a16:creationId xmlns:a16="http://schemas.microsoft.com/office/drawing/2014/main" id="{216F8863-16B9-91DB-AEF8-EA5F3B93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7" name="Oval 37">
            <a:extLst>
              <a:ext uri="{FF2B5EF4-FFF2-40B4-BE49-F238E27FC236}">
                <a16:creationId xmlns:a16="http://schemas.microsoft.com/office/drawing/2014/main" id="{3B0C3D64-6460-6E06-FBE3-D9A7E524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8" name="Rectangle 38">
            <a:extLst>
              <a:ext uri="{FF2B5EF4-FFF2-40B4-BE49-F238E27FC236}">
                <a16:creationId xmlns:a16="http://schemas.microsoft.com/office/drawing/2014/main" id="{8616A2FD-55EC-0B14-5F7C-FD8DD132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59" name="Rectangle 39">
            <a:extLst>
              <a:ext uri="{FF2B5EF4-FFF2-40B4-BE49-F238E27FC236}">
                <a16:creationId xmlns:a16="http://schemas.microsoft.com/office/drawing/2014/main" id="{2A4AB426-1E5D-17D1-6F80-AC233D83E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0" name="Rectangle 40">
            <a:extLst>
              <a:ext uri="{FF2B5EF4-FFF2-40B4-BE49-F238E27FC236}">
                <a16:creationId xmlns:a16="http://schemas.microsoft.com/office/drawing/2014/main" id="{C925CD6E-7CA4-7898-F54A-08FC7397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1" name="Rectangle 41">
            <a:extLst>
              <a:ext uri="{FF2B5EF4-FFF2-40B4-BE49-F238E27FC236}">
                <a16:creationId xmlns:a16="http://schemas.microsoft.com/office/drawing/2014/main" id="{B9EDF62B-9802-D003-F1BA-8B4A430D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2" name="Rectangle 42">
            <a:extLst>
              <a:ext uri="{FF2B5EF4-FFF2-40B4-BE49-F238E27FC236}">
                <a16:creationId xmlns:a16="http://schemas.microsoft.com/office/drawing/2014/main" id="{E21DB7B3-3479-3DE7-7B69-58A46FB1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3" name="Rectangle 43">
            <a:extLst>
              <a:ext uri="{FF2B5EF4-FFF2-40B4-BE49-F238E27FC236}">
                <a16:creationId xmlns:a16="http://schemas.microsoft.com/office/drawing/2014/main" id="{ADCACEE0-4BE8-8356-BF94-5A20098A3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4" name="Rectangle 44">
            <a:extLst>
              <a:ext uri="{FF2B5EF4-FFF2-40B4-BE49-F238E27FC236}">
                <a16:creationId xmlns:a16="http://schemas.microsoft.com/office/drawing/2014/main" id="{8814C9AC-4B31-1096-BD84-E56C62B3317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5" name="Rectangle 45">
            <a:extLst>
              <a:ext uri="{FF2B5EF4-FFF2-40B4-BE49-F238E27FC236}">
                <a16:creationId xmlns:a16="http://schemas.microsoft.com/office/drawing/2014/main" id="{869A88BD-392A-9FFC-F1BE-8B7A63816F3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66" name="Text Box 46">
            <a:extLst>
              <a:ext uri="{FF2B5EF4-FFF2-40B4-BE49-F238E27FC236}">
                <a16:creationId xmlns:a16="http://schemas.microsoft.com/office/drawing/2014/main" id="{60F451E0-EE9A-045A-2BEC-BEC4C19AF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5167" name="Text Box 47">
            <a:extLst>
              <a:ext uri="{FF2B5EF4-FFF2-40B4-BE49-F238E27FC236}">
                <a16:creationId xmlns:a16="http://schemas.microsoft.com/office/drawing/2014/main" id="{85CED848-9050-B314-E895-8F293285B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5168" name="Text Box 48">
            <a:extLst>
              <a:ext uri="{FF2B5EF4-FFF2-40B4-BE49-F238E27FC236}">
                <a16:creationId xmlns:a16="http://schemas.microsoft.com/office/drawing/2014/main" id="{6FAE1673-F916-5298-C045-82BA6D19F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5169" name="Text Box 49">
            <a:extLst>
              <a:ext uri="{FF2B5EF4-FFF2-40B4-BE49-F238E27FC236}">
                <a16:creationId xmlns:a16="http://schemas.microsoft.com/office/drawing/2014/main" id="{16D17CC6-B070-61B2-8A0C-A27B80B72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5173" name="AutoShape 53">
            <a:extLst>
              <a:ext uri="{FF2B5EF4-FFF2-40B4-BE49-F238E27FC236}">
                <a16:creationId xmlns:a16="http://schemas.microsoft.com/office/drawing/2014/main" id="{2C92AA04-A765-483B-F7A2-6952DAB7B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924175"/>
            <a:ext cx="792162" cy="39370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4" name="AutoShape 54">
            <a:extLst>
              <a:ext uri="{FF2B5EF4-FFF2-40B4-BE49-F238E27FC236}">
                <a16:creationId xmlns:a16="http://schemas.microsoft.com/office/drawing/2014/main" id="{425D1EC6-8A74-DC7D-1EC3-A8BBCAB206C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5" name="AutoShape 55">
            <a:extLst>
              <a:ext uri="{FF2B5EF4-FFF2-40B4-BE49-F238E27FC236}">
                <a16:creationId xmlns:a16="http://schemas.microsoft.com/office/drawing/2014/main" id="{BE090A9A-3AF2-63B8-9261-717397E33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6" name="AutoShape 56">
            <a:extLst>
              <a:ext uri="{FF2B5EF4-FFF2-40B4-BE49-F238E27FC236}">
                <a16:creationId xmlns:a16="http://schemas.microsoft.com/office/drawing/2014/main" id="{BCCF86DC-D191-C23F-8D37-CDC6BA503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7" name="AutoShape 57">
            <a:extLst>
              <a:ext uri="{FF2B5EF4-FFF2-40B4-BE49-F238E27FC236}">
                <a16:creationId xmlns:a16="http://schemas.microsoft.com/office/drawing/2014/main" id="{9455A514-DC8C-D2F9-5E5F-3D683207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8" name="AutoShape 58">
            <a:extLst>
              <a:ext uri="{FF2B5EF4-FFF2-40B4-BE49-F238E27FC236}">
                <a16:creationId xmlns:a16="http://schemas.microsoft.com/office/drawing/2014/main" id="{FD43DC05-C80F-5BF5-3EE6-C1EB61D1C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79" name="AutoShape 59">
            <a:extLst>
              <a:ext uri="{FF2B5EF4-FFF2-40B4-BE49-F238E27FC236}">
                <a16:creationId xmlns:a16="http://schemas.microsoft.com/office/drawing/2014/main" id="{281C5036-8AE0-FD5D-439D-2A94B9D18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80" name="AutoShape 60">
            <a:extLst>
              <a:ext uri="{FF2B5EF4-FFF2-40B4-BE49-F238E27FC236}">
                <a16:creationId xmlns:a16="http://schemas.microsoft.com/office/drawing/2014/main" id="{9001A91E-8C14-BE6D-9487-5AD089E7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81" name="AutoShape 61">
            <a:extLst>
              <a:ext uri="{FF2B5EF4-FFF2-40B4-BE49-F238E27FC236}">
                <a16:creationId xmlns:a16="http://schemas.microsoft.com/office/drawing/2014/main" id="{D1DC7B00-994C-CCC5-CB5E-90A29AB6EB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5182" name="Group 62">
            <a:extLst>
              <a:ext uri="{FF2B5EF4-FFF2-40B4-BE49-F238E27FC236}">
                <a16:creationId xmlns:a16="http://schemas.microsoft.com/office/drawing/2014/main" id="{2655AD69-93C3-EB0B-62F4-353D7681CD3C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2636838"/>
            <a:ext cx="287338" cy="215900"/>
            <a:chOff x="975" y="3203"/>
            <a:chExt cx="181" cy="136"/>
          </a:xfrm>
        </p:grpSpPr>
        <p:sp>
          <p:nvSpPr>
            <p:cNvPr id="5183" name="Rectangle 63">
              <a:extLst>
                <a:ext uri="{FF2B5EF4-FFF2-40B4-BE49-F238E27FC236}">
                  <a16:creationId xmlns:a16="http://schemas.microsoft.com/office/drawing/2014/main" id="{B837DD78-958D-55C0-2487-09BA675A9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5184" name="Line 64">
              <a:extLst>
                <a:ext uri="{FF2B5EF4-FFF2-40B4-BE49-F238E27FC236}">
                  <a16:creationId xmlns:a16="http://schemas.microsoft.com/office/drawing/2014/main" id="{E50D7EB5-7404-51AA-04BC-B7F3765FD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5185" name="Line 65">
              <a:extLst>
                <a:ext uri="{FF2B5EF4-FFF2-40B4-BE49-F238E27FC236}">
                  <a16:creationId xmlns:a16="http://schemas.microsoft.com/office/drawing/2014/main" id="{EBF9140A-8703-913D-98A4-4A025427F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5186" name="Group 66">
            <a:extLst>
              <a:ext uri="{FF2B5EF4-FFF2-40B4-BE49-F238E27FC236}">
                <a16:creationId xmlns:a16="http://schemas.microsoft.com/office/drawing/2014/main" id="{FE3B1A63-E452-8004-031A-DFDD9008A6C8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636838"/>
            <a:ext cx="287338" cy="215900"/>
            <a:chOff x="975" y="3203"/>
            <a:chExt cx="181" cy="136"/>
          </a:xfrm>
        </p:grpSpPr>
        <p:sp>
          <p:nvSpPr>
            <p:cNvPr id="5187" name="Rectangle 67">
              <a:extLst>
                <a:ext uri="{FF2B5EF4-FFF2-40B4-BE49-F238E27FC236}">
                  <a16:creationId xmlns:a16="http://schemas.microsoft.com/office/drawing/2014/main" id="{9F32EF08-39FC-343F-0E32-B0C9F101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5188" name="Line 68">
              <a:extLst>
                <a:ext uri="{FF2B5EF4-FFF2-40B4-BE49-F238E27FC236}">
                  <a16:creationId xmlns:a16="http://schemas.microsoft.com/office/drawing/2014/main" id="{A20B70FC-FB0D-7D35-18D2-709827C66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5189" name="Line 69">
              <a:extLst>
                <a:ext uri="{FF2B5EF4-FFF2-40B4-BE49-F238E27FC236}">
                  <a16:creationId xmlns:a16="http://schemas.microsoft.com/office/drawing/2014/main" id="{97A4947A-C9CE-37D5-1617-3AC5FD1B4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5190" name="Group 70">
            <a:extLst>
              <a:ext uri="{FF2B5EF4-FFF2-40B4-BE49-F238E27FC236}">
                <a16:creationId xmlns:a16="http://schemas.microsoft.com/office/drawing/2014/main" id="{1B5B4B10-C908-2650-80FF-09590B088FF4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636838"/>
            <a:ext cx="287337" cy="215900"/>
            <a:chOff x="975" y="3203"/>
            <a:chExt cx="181" cy="136"/>
          </a:xfrm>
        </p:grpSpPr>
        <p:sp>
          <p:nvSpPr>
            <p:cNvPr id="5191" name="Rectangle 71">
              <a:extLst>
                <a:ext uri="{FF2B5EF4-FFF2-40B4-BE49-F238E27FC236}">
                  <a16:creationId xmlns:a16="http://schemas.microsoft.com/office/drawing/2014/main" id="{DBD4665D-ABBC-403C-DA5B-D7D4BC30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5192" name="Line 72">
              <a:extLst>
                <a:ext uri="{FF2B5EF4-FFF2-40B4-BE49-F238E27FC236}">
                  <a16:creationId xmlns:a16="http://schemas.microsoft.com/office/drawing/2014/main" id="{40A9806C-DC77-00A8-0F27-4E0E75E03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5193" name="Line 73">
              <a:extLst>
                <a:ext uri="{FF2B5EF4-FFF2-40B4-BE49-F238E27FC236}">
                  <a16:creationId xmlns:a16="http://schemas.microsoft.com/office/drawing/2014/main" id="{F50618E1-11CA-1F50-80A8-6474D1FC33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5194" name="Group 74">
            <a:extLst>
              <a:ext uri="{FF2B5EF4-FFF2-40B4-BE49-F238E27FC236}">
                <a16:creationId xmlns:a16="http://schemas.microsoft.com/office/drawing/2014/main" id="{12BE18D5-8C6B-9FAA-0AD6-84D99033BC95}"/>
              </a:ext>
            </a:extLst>
          </p:cNvPr>
          <p:cNvGrpSpPr>
            <a:grpSpLocks/>
          </p:cNvGrpSpPr>
          <p:nvPr/>
        </p:nvGrpSpPr>
        <p:grpSpPr bwMode="auto">
          <a:xfrm>
            <a:off x="8532813" y="2636838"/>
            <a:ext cx="287337" cy="215900"/>
            <a:chOff x="975" y="3203"/>
            <a:chExt cx="181" cy="136"/>
          </a:xfrm>
        </p:grpSpPr>
        <p:sp>
          <p:nvSpPr>
            <p:cNvPr id="5195" name="Rectangle 75">
              <a:extLst>
                <a:ext uri="{FF2B5EF4-FFF2-40B4-BE49-F238E27FC236}">
                  <a16:creationId xmlns:a16="http://schemas.microsoft.com/office/drawing/2014/main" id="{45DB480D-61C1-D227-9B08-943656A0A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5196" name="Line 76">
              <a:extLst>
                <a:ext uri="{FF2B5EF4-FFF2-40B4-BE49-F238E27FC236}">
                  <a16:creationId xmlns:a16="http://schemas.microsoft.com/office/drawing/2014/main" id="{96E8B7AE-5433-487C-9894-51C67980F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5197" name="Line 77">
              <a:extLst>
                <a:ext uri="{FF2B5EF4-FFF2-40B4-BE49-F238E27FC236}">
                  <a16:creationId xmlns:a16="http://schemas.microsoft.com/office/drawing/2014/main" id="{0172C838-228F-06BF-8480-DE4B729FE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5198" name="AutoShape 78">
            <a:extLst>
              <a:ext uri="{FF2B5EF4-FFF2-40B4-BE49-F238E27FC236}">
                <a16:creationId xmlns:a16="http://schemas.microsoft.com/office/drawing/2014/main" id="{45666C8D-32B2-1DA7-D587-0F23F553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516563"/>
            <a:ext cx="1655763" cy="862012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199" name="AutoShape 79">
            <a:extLst>
              <a:ext uri="{FF2B5EF4-FFF2-40B4-BE49-F238E27FC236}">
                <a16:creationId xmlns:a16="http://schemas.microsoft.com/office/drawing/2014/main" id="{01F79D91-9E41-CD3D-5494-64D659A2D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940300"/>
            <a:ext cx="936625" cy="792163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200" name="Text Box 80">
            <a:extLst>
              <a:ext uri="{FF2B5EF4-FFF2-40B4-BE49-F238E27FC236}">
                <a16:creationId xmlns:a16="http://schemas.microsoft.com/office/drawing/2014/main" id="{D08F13B0-F962-2B64-9D98-3D939A430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4868863"/>
            <a:ext cx="50863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lphaLcPeriod"/>
            </a:pPr>
            <a:r>
              <a:rPr lang="de-DE" altLang="nb-NO"/>
              <a:t>Fill in </a:t>
            </a:r>
            <a:r>
              <a:rPr lang="de-DE" altLang="nb-NO" b="1"/>
              <a:t>incoming delivery</a:t>
            </a:r>
            <a:r>
              <a:rPr lang="de-DE" altLang="nb-NO"/>
              <a:t> to your playsheet.</a:t>
            </a:r>
          </a:p>
          <a:p>
            <a:pPr>
              <a:buFontTx/>
              <a:buAutoNum type="alphaLcPeriod"/>
            </a:pPr>
            <a:r>
              <a:rPr lang="de-DE" altLang="nb-NO"/>
              <a:t>Add </a:t>
            </a:r>
            <a:r>
              <a:rPr lang="de-DE" altLang="nb-NO" b="1"/>
              <a:t>incoming</a:t>
            </a:r>
            <a:r>
              <a:rPr lang="de-DE" altLang="nb-NO"/>
              <a:t> to </a:t>
            </a:r>
            <a:r>
              <a:rPr lang="de-DE" altLang="nb-NO" b="1"/>
              <a:t>inventory </a:t>
            </a:r>
            <a:r>
              <a:rPr lang="de-DE" altLang="nb-NO"/>
              <a:t>to get </a:t>
            </a:r>
            <a:r>
              <a:rPr lang="de-DE" altLang="nb-NO" b="1"/>
              <a:t>available</a:t>
            </a:r>
            <a:r>
              <a:rPr lang="de-DE" altLang="nb-NO"/>
              <a:t> </a:t>
            </a:r>
            <a:br>
              <a:rPr lang="de-DE" altLang="nb-NO"/>
            </a:br>
            <a:r>
              <a:rPr lang="de-DE" altLang="nb-NO"/>
              <a:t>amount.</a:t>
            </a:r>
          </a:p>
        </p:txBody>
      </p:sp>
      <p:sp>
        <p:nvSpPr>
          <p:cNvPr id="5202" name="Rectangle 82">
            <a:extLst>
              <a:ext uri="{FF2B5EF4-FFF2-40B4-BE49-F238E27FC236}">
                <a16:creationId xmlns:a16="http://schemas.microsoft.com/office/drawing/2014/main" id="{8C40AC13-18F8-3B26-AB08-1F2178DA4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nb-NO"/>
              <a:t>Step 1: Delivery IN</a:t>
            </a:r>
          </a:p>
        </p:txBody>
      </p:sp>
      <p:sp>
        <p:nvSpPr>
          <p:cNvPr id="5204" name="AutoShape 84">
            <a:extLst>
              <a:ext uri="{FF2B5EF4-FFF2-40B4-BE49-F238E27FC236}">
                <a16:creationId xmlns:a16="http://schemas.microsoft.com/office/drawing/2014/main" id="{240EDC3F-76D0-2FFB-3063-799BE9ADA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924175"/>
            <a:ext cx="792162" cy="39370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205" name="AutoShape 85">
            <a:extLst>
              <a:ext uri="{FF2B5EF4-FFF2-40B4-BE49-F238E27FC236}">
                <a16:creationId xmlns:a16="http://schemas.microsoft.com/office/drawing/2014/main" id="{67D999D8-E3A2-7AB4-66C2-BF543844E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792162" cy="39370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5206" name="AutoShape 86">
            <a:extLst>
              <a:ext uri="{FF2B5EF4-FFF2-40B4-BE49-F238E27FC236}">
                <a16:creationId xmlns:a16="http://schemas.microsoft.com/office/drawing/2014/main" id="{472C5980-91F4-9078-B0C6-9168F7964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2924175"/>
            <a:ext cx="792163" cy="393700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FAE4C5B-67ED-3F56-CA5E-481E6EFB9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BF56DE0-7CD8-25C1-3FDF-CE7E87150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518E084D-9A0E-7E1C-1042-73A76EAF0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DB7E7AEF-C05A-7A68-CEFA-767555FCA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2B2A2CC1-1B41-3CA5-D89A-C3A476811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E9BE06CC-096E-2F85-57E6-1C03F3504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5E6530AB-8334-593F-889C-1DAEB5570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CC8D1917-FE84-E377-8459-6EC2DC74F38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C0A29447-65AD-4447-55F0-C022EFAF2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BB472959-5E19-8F20-293F-2BB83E613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F14B0C63-3A6C-5639-6A05-6DE90D26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105BC265-5351-09ED-6AD8-A297424C9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89A7C884-5DEB-322A-4479-93B291E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680F541D-9D24-F1A9-7B57-F652CB09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0AFB2439-5EAF-7B83-8E64-CABDFD606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67A540BE-B653-BDC2-89B6-783DE258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CF04D9FA-D560-6B6C-60E3-14E8D79A5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954A11B0-1240-B952-E563-29B158674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8" name="Rectangle 20">
            <a:extLst>
              <a:ext uri="{FF2B5EF4-FFF2-40B4-BE49-F238E27FC236}">
                <a16:creationId xmlns:a16="http://schemas.microsoft.com/office/drawing/2014/main" id="{39A0E8E9-2D4E-EFE8-635B-DC0E48840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89" name="Rectangle 21">
            <a:extLst>
              <a:ext uri="{FF2B5EF4-FFF2-40B4-BE49-F238E27FC236}">
                <a16:creationId xmlns:a16="http://schemas.microsoft.com/office/drawing/2014/main" id="{82194E9E-37CE-8DD6-A400-BF7D29D1A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0" name="Rectangle 22">
            <a:extLst>
              <a:ext uri="{FF2B5EF4-FFF2-40B4-BE49-F238E27FC236}">
                <a16:creationId xmlns:a16="http://schemas.microsoft.com/office/drawing/2014/main" id="{C4278AF3-76E0-1A06-36AF-C0FDFE549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1" name="Rectangle 23">
            <a:extLst>
              <a:ext uri="{FF2B5EF4-FFF2-40B4-BE49-F238E27FC236}">
                <a16:creationId xmlns:a16="http://schemas.microsoft.com/office/drawing/2014/main" id="{669A6690-AD9A-18BF-4080-B9E81191D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2" name="Rectangle 24">
            <a:extLst>
              <a:ext uri="{FF2B5EF4-FFF2-40B4-BE49-F238E27FC236}">
                <a16:creationId xmlns:a16="http://schemas.microsoft.com/office/drawing/2014/main" id="{78CA9C40-CC1C-0CDE-1075-21C130483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3" name="Rectangle 25">
            <a:extLst>
              <a:ext uri="{FF2B5EF4-FFF2-40B4-BE49-F238E27FC236}">
                <a16:creationId xmlns:a16="http://schemas.microsoft.com/office/drawing/2014/main" id="{17E7F4AC-9555-238F-BDA5-0B3F42D5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4" name="Oval 26">
            <a:extLst>
              <a:ext uri="{FF2B5EF4-FFF2-40B4-BE49-F238E27FC236}">
                <a16:creationId xmlns:a16="http://schemas.microsoft.com/office/drawing/2014/main" id="{737C2E5A-5814-D3D4-65AB-7F099B833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5" name="Oval 27">
            <a:extLst>
              <a:ext uri="{FF2B5EF4-FFF2-40B4-BE49-F238E27FC236}">
                <a16:creationId xmlns:a16="http://schemas.microsoft.com/office/drawing/2014/main" id="{5CB12D2E-BCDE-34CA-8756-76247F799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6" name="Oval 28">
            <a:extLst>
              <a:ext uri="{FF2B5EF4-FFF2-40B4-BE49-F238E27FC236}">
                <a16:creationId xmlns:a16="http://schemas.microsoft.com/office/drawing/2014/main" id="{8759331C-533F-1436-D699-9838FD483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7" name="Oval 29">
            <a:extLst>
              <a:ext uri="{FF2B5EF4-FFF2-40B4-BE49-F238E27FC236}">
                <a16:creationId xmlns:a16="http://schemas.microsoft.com/office/drawing/2014/main" id="{2832261D-462F-64FE-48AC-606B79290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8" name="Oval 30">
            <a:extLst>
              <a:ext uri="{FF2B5EF4-FFF2-40B4-BE49-F238E27FC236}">
                <a16:creationId xmlns:a16="http://schemas.microsoft.com/office/drawing/2014/main" id="{3E15C214-D986-5F1A-A009-54FA3F216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199" name="Oval 31">
            <a:extLst>
              <a:ext uri="{FF2B5EF4-FFF2-40B4-BE49-F238E27FC236}">
                <a16:creationId xmlns:a16="http://schemas.microsoft.com/office/drawing/2014/main" id="{0433B749-94A9-75F8-EA7F-F0F07E5D7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0" name="Oval 32">
            <a:extLst>
              <a:ext uri="{FF2B5EF4-FFF2-40B4-BE49-F238E27FC236}">
                <a16:creationId xmlns:a16="http://schemas.microsoft.com/office/drawing/2014/main" id="{5762C99B-1D8D-B9FD-11B0-AA360DB9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1" name="Oval 33">
            <a:extLst>
              <a:ext uri="{FF2B5EF4-FFF2-40B4-BE49-F238E27FC236}">
                <a16:creationId xmlns:a16="http://schemas.microsoft.com/office/drawing/2014/main" id="{FE5AF0E9-6CD5-4019-3719-0D6660003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2" name="Oval 34">
            <a:extLst>
              <a:ext uri="{FF2B5EF4-FFF2-40B4-BE49-F238E27FC236}">
                <a16:creationId xmlns:a16="http://schemas.microsoft.com/office/drawing/2014/main" id="{91023DE7-11EC-7AD8-5760-0C8939117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3" name="Oval 35">
            <a:extLst>
              <a:ext uri="{FF2B5EF4-FFF2-40B4-BE49-F238E27FC236}">
                <a16:creationId xmlns:a16="http://schemas.microsoft.com/office/drawing/2014/main" id="{C2530FCC-953B-C47B-E1EF-64CD997B3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4" name="Oval 36">
            <a:extLst>
              <a:ext uri="{FF2B5EF4-FFF2-40B4-BE49-F238E27FC236}">
                <a16:creationId xmlns:a16="http://schemas.microsoft.com/office/drawing/2014/main" id="{88EE60CD-1163-1A7C-F6C6-DE79CB658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5" name="Oval 37">
            <a:extLst>
              <a:ext uri="{FF2B5EF4-FFF2-40B4-BE49-F238E27FC236}">
                <a16:creationId xmlns:a16="http://schemas.microsoft.com/office/drawing/2014/main" id="{7825FE0F-F15B-EF28-912D-1D4F443A8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6" name="Rectangle 38">
            <a:extLst>
              <a:ext uri="{FF2B5EF4-FFF2-40B4-BE49-F238E27FC236}">
                <a16:creationId xmlns:a16="http://schemas.microsoft.com/office/drawing/2014/main" id="{2A6A7D97-F142-2A47-9DC6-8F00BCAEE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7" name="Rectangle 39">
            <a:extLst>
              <a:ext uri="{FF2B5EF4-FFF2-40B4-BE49-F238E27FC236}">
                <a16:creationId xmlns:a16="http://schemas.microsoft.com/office/drawing/2014/main" id="{CD0ABFDB-9278-9255-BC1C-BF1A3334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8" name="Rectangle 40">
            <a:extLst>
              <a:ext uri="{FF2B5EF4-FFF2-40B4-BE49-F238E27FC236}">
                <a16:creationId xmlns:a16="http://schemas.microsoft.com/office/drawing/2014/main" id="{8D22B5A4-652D-9ACE-0CD9-60D7AE30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09" name="Rectangle 41">
            <a:extLst>
              <a:ext uri="{FF2B5EF4-FFF2-40B4-BE49-F238E27FC236}">
                <a16:creationId xmlns:a16="http://schemas.microsoft.com/office/drawing/2014/main" id="{A67A1E6E-D1B1-57E0-92D9-736C4B5A9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9BF692B4-AFA7-2819-75A2-CA235CE7F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11" name="Rectangle 43">
            <a:extLst>
              <a:ext uri="{FF2B5EF4-FFF2-40B4-BE49-F238E27FC236}">
                <a16:creationId xmlns:a16="http://schemas.microsoft.com/office/drawing/2014/main" id="{C574D5BB-7A00-EE95-294F-E812C156A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12" name="Rectangle 44">
            <a:extLst>
              <a:ext uri="{FF2B5EF4-FFF2-40B4-BE49-F238E27FC236}">
                <a16:creationId xmlns:a16="http://schemas.microsoft.com/office/drawing/2014/main" id="{8E685754-534D-17FB-9D2E-BA9F5F4678A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13" name="Rectangle 45">
            <a:extLst>
              <a:ext uri="{FF2B5EF4-FFF2-40B4-BE49-F238E27FC236}">
                <a16:creationId xmlns:a16="http://schemas.microsoft.com/office/drawing/2014/main" id="{4CCAB20A-4096-52EB-C3E3-9BE13EE3F02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14" name="Text Box 46">
            <a:extLst>
              <a:ext uri="{FF2B5EF4-FFF2-40B4-BE49-F238E27FC236}">
                <a16:creationId xmlns:a16="http://schemas.microsoft.com/office/drawing/2014/main" id="{CF12B7C7-5674-01A3-E309-619567462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7215" name="Text Box 47">
            <a:extLst>
              <a:ext uri="{FF2B5EF4-FFF2-40B4-BE49-F238E27FC236}">
                <a16:creationId xmlns:a16="http://schemas.microsoft.com/office/drawing/2014/main" id="{531C395A-56E7-65A0-B9E0-5DB3CA419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7216" name="Text Box 48">
            <a:extLst>
              <a:ext uri="{FF2B5EF4-FFF2-40B4-BE49-F238E27FC236}">
                <a16:creationId xmlns:a16="http://schemas.microsoft.com/office/drawing/2014/main" id="{49B22AF2-0B3F-FA85-62C8-905F656B9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7217" name="Text Box 49">
            <a:extLst>
              <a:ext uri="{FF2B5EF4-FFF2-40B4-BE49-F238E27FC236}">
                <a16:creationId xmlns:a16="http://schemas.microsoft.com/office/drawing/2014/main" id="{0E8295B7-E6AB-5298-6A0C-66F08DDE8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7222" name="AutoShape 54">
            <a:extLst>
              <a:ext uri="{FF2B5EF4-FFF2-40B4-BE49-F238E27FC236}">
                <a16:creationId xmlns:a16="http://schemas.microsoft.com/office/drawing/2014/main" id="{7823C9EC-1977-59E5-CCBA-9230E477C0C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3" name="AutoShape 55">
            <a:extLst>
              <a:ext uri="{FF2B5EF4-FFF2-40B4-BE49-F238E27FC236}">
                <a16:creationId xmlns:a16="http://schemas.microsoft.com/office/drawing/2014/main" id="{FDE8BA50-327D-647C-1D17-DF16DD3B0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4" name="AutoShape 56">
            <a:extLst>
              <a:ext uri="{FF2B5EF4-FFF2-40B4-BE49-F238E27FC236}">
                <a16:creationId xmlns:a16="http://schemas.microsoft.com/office/drawing/2014/main" id="{9A2AB3AC-A6A8-1585-2BA5-66830811C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5" name="AutoShape 57">
            <a:extLst>
              <a:ext uri="{FF2B5EF4-FFF2-40B4-BE49-F238E27FC236}">
                <a16:creationId xmlns:a16="http://schemas.microsoft.com/office/drawing/2014/main" id="{56FF18E6-9A20-660B-4D4D-56E6C5DA0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6" name="AutoShape 58">
            <a:extLst>
              <a:ext uri="{FF2B5EF4-FFF2-40B4-BE49-F238E27FC236}">
                <a16:creationId xmlns:a16="http://schemas.microsoft.com/office/drawing/2014/main" id="{78F4FDFD-78FB-1A96-D792-32B522E6D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7" name="AutoShape 59">
            <a:extLst>
              <a:ext uri="{FF2B5EF4-FFF2-40B4-BE49-F238E27FC236}">
                <a16:creationId xmlns:a16="http://schemas.microsoft.com/office/drawing/2014/main" id="{31B7600E-5497-F8D3-1F07-2935589AB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8" name="AutoShape 60">
            <a:extLst>
              <a:ext uri="{FF2B5EF4-FFF2-40B4-BE49-F238E27FC236}">
                <a16:creationId xmlns:a16="http://schemas.microsoft.com/office/drawing/2014/main" id="{C7FD5946-F205-3E8B-A04F-990FA723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29" name="AutoShape 61">
            <a:extLst>
              <a:ext uri="{FF2B5EF4-FFF2-40B4-BE49-F238E27FC236}">
                <a16:creationId xmlns:a16="http://schemas.microsoft.com/office/drawing/2014/main" id="{F81D5840-5127-FDD8-E7D1-5073A78CBAB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35" name="Rectangle 67">
            <a:extLst>
              <a:ext uri="{FF2B5EF4-FFF2-40B4-BE49-F238E27FC236}">
                <a16:creationId xmlns:a16="http://schemas.microsoft.com/office/drawing/2014/main" id="{A91C83F8-C5DD-D729-52C9-3A571CE8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300663"/>
            <a:ext cx="1800225" cy="11509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7236" name="Line 68">
            <a:extLst>
              <a:ext uri="{FF2B5EF4-FFF2-40B4-BE49-F238E27FC236}">
                <a16:creationId xmlns:a16="http://schemas.microsoft.com/office/drawing/2014/main" id="{585CB1DC-B053-DB71-CC3B-6CC00BD35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300663"/>
            <a:ext cx="904875" cy="769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7237" name="Line 69">
            <a:extLst>
              <a:ext uri="{FF2B5EF4-FFF2-40B4-BE49-F238E27FC236}">
                <a16:creationId xmlns:a16="http://schemas.microsoft.com/office/drawing/2014/main" id="{4E95CE99-5BBC-3A47-C4AC-C23CB9D6A4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5213" y="5300663"/>
            <a:ext cx="895350" cy="769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7246" name="Rectangle 78">
            <a:extLst>
              <a:ext uri="{FF2B5EF4-FFF2-40B4-BE49-F238E27FC236}">
                <a16:creationId xmlns:a16="http://schemas.microsoft.com/office/drawing/2014/main" id="{44308C04-0652-178C-CD33-C8CF6919B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nb-NO"/>
              <a:t>Step 2: Order IN</a:t>
            </a:r>
          </a:p>
        </p:txBody>
      </p:sp>
      <p:sp>
        <p:nvSpPr>
          <p:cNvPr id="7248" name="Text Box 80">
            <a:extLst>
              <a:ext uri="{FF2B5EF4-FFF2-40B4-BE49-F238E27FC236}">
                <a16:creationId xmlns:a16="http://schemas.microsoft.com/office/drawing/2014/main" id="{EAD095E6-4C15-5CA5-18FD-BBD898C7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797425"/>
            <a:ext cx="4171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lphaLcPeriod"/>
            </a:pPr>
            <a:r>
              <a:rPr lang="de-DE" altLang="nb-NO"/>
              <a:t>Open </a:t>
            </a:r>
            <a:r>
              <a:rPr lang="de-DE" altLang="nb-NO" b="1"/>
              <a:t>new order</a:t>
            </a:r>
            <a:r>
              <a:rPr lang="de-DE" altLang="nb-NO"/>
              <a:t> and fill into </a:t>
            </a:r>
            <a:br>
              <a:rPr lang="de-DE" altLang="nb-NO"/>
            </a:br>
            <a:r>
              <a:rPr lang="de-DE" altLang="nb-NO"/>
              <a:t>your playsheet.</a:t>
            </a:r>
          </a:p>
          <a:p>
            <a:pPr>
              <a:buFontTx/>
              <a:buAutoNum type="alphaLcPeriod"/>
            </a:pPr>
            <a:r>
              <a:rPr lang="de-DE" altLang="nb-NO"/>
              <a:t>Calculate amount </a:t>
            </a:r>
            <a:r>
              <a:rPr lang="de-DE" altLang="nb-NO" b="1"/>
              <a:t>to ship</a:t>
            </a:r>
            <a:r>
              <a:rPr lang="de-DE" altLang="nb-NO"/>
              <a:t> by adding</a:t>
            </a:r>
            <a:br>
              <a:rPr lang="de-DE" altLang="nb-NO"/>
            </a:br>
            <a:r>
              <a:rPr lang="de-DE" altLang="nb-NO" b="1"/>
              <a:t>new order</a:t>
            </a:r>
            <a:r>
              <a:rPr lang="de-DE" altLang="nb-NO"/>
              <a:t> to old </a:t>
            </a:r>
            <a:r>
              <a:rPr lang="de-DE" altLang="nb-NO" b="1"/>
              <a:t>backorder</a:t>
            </a:r>
            <a:r>
              <a:rPr lang="de-DE" altLang="nb-NO"/>
              <a:t>.</a:t>
            </a:r>
          </a:p>
        </p:txBody>
      </p:sp>
      <p:sp>
        <p:nvSpPr>
          <p:cNvPr id="7249" name="Line 81">
            <a:extLst>
              <a:ext uri="{FF2B5EF4-FFF2-40B4-BE49-F238E27FC236}">
                <a16:creationId xmlns:a16="http://schemas.microsoft.com/office/drawing/2014/main" id="{1BBDE83E-359D-269A-4446-1789362019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4508500"/>
            <a:ext cx="863600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7250" name="Line 82">
            <a:extLst>
              <a:ext uri="{FF2B5EF4-FFF2-40B4-BE49-F238E27FC236}">
                <a16:creationId xmlns:a16="http://schemas.microsoft.com/office/drawing/2014/main" id="{D592AC7C-0F7D-9921-E3C0-460D079D5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4508500"/>
            <a:ext cx="936625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7247" name="AutoShape 79">
            <a:extLst>
              <a:ext uri="{FF2B5EF4-FFF2-40B4-BE49-F238E27FC236}">
                <a16:creationId xmlns:a16="http://schemas.microsoft.com/office/drawing/2014/main" id="{B7ED3774-B986-47EC-4B66-9ECF99CC4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797425"/>
            <a:ext cx="1150938" cy="1008063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7251" name="Group 83">
            <a:extLst>
              <a:ext uri="{FF2B5EF4-FFF2-40B4-BE49-F238E27FC236}">
                <a16:creationId xmlns:a16="http://schemas.microsoft.com/office/drawing/2014/main" id="{2D5E7208-55F0-A14B-0E06-25034B499EB9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781300"/>
            <a:ext cx="1008062" cy="647700"/>
            <a:chOff x="975" y="3203"/>
            <a:chExt cx="181" cy="136"/>
          </a:xfrm>
        </p:grpSpPr>
        <p:sp>
          <p:nvSpPr>
            <p:cNvPr id="7252" name="Rectangle 84">
              <a:extLst>
                <a:ext uri="{FF2B5EF4-FFF2-40B4-BE49-F238E27FC236}">
                  <a16:creationId xmlns:a16="http://schemas.microsoft.com/office/drawing/2014/main" id="{CCC9BC52-12E0-95B0-1FA3-BD6F52877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7253" name="Line 85">
              <a:extLst>
                <a:ext uri="{FF2B5EF4-FFF2-40B4-BE49-F238E27FC236}">
                  <a16:creationId xmlns:a16="http://schemas.microsoft.com/office/drawing/2014/main" id="{865AED06-A360-C5B3-57FD-52C363FC5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7254" name="Line 86">
              <a:extLst>
                <a:ext uri="{FF2B5EF4-FFF2-40B4-BE49-F238E27FC236}">
                  <a16:creationId xmlns:a16="http://schemas.microsoft.com/office/drawing/2014/main" id="{52FE3FBA-C107-97D8-012C-E99EA0161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7255" name="Group 87">
            <a:extLst>
              <a:ext uri="{FF2B5EF4-FFF2-40B4-BE49-F238E27FC236}">
                <a16:creationId xmlns:a16="http://schemas.microsoft.com/office/drawing/2014/main" id="{F03DD263-DF63-66E0-C576-1DAC3CE829A2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2781300"/>
            <a:ext cx="1008063" cy="647700"/>
            <a:chOff x="975" y="3203"/>
            <a:chExt cx="181" cy="136"/>
          </a:xfrm>
        </p:grpSpPr>
        <p:sp>
          <p:nvSpPr>
            <p:cNvPr id="7256" name="Rectangle 88">
              <a:extLst>
                <a:ext uri="{FF2B5EF4-FFF2-40B4-BE49-F238E27FC236}">
                  <a16:creationId xmlns:a16="http://schemas.microsoft.com/office/drawing/2014/main" id="{D66139C7-E5A9-1458-546A-2B64AE63E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7257" name="Line 89">
              <a:extLst>
                <a:ext uri="{FF2B5EF4-FFF2-40B4-BE49-F238E27FC236}">
                  <a16:creationId xmlns:a16="http://schemas.microsoft.com/office/drawing/2014/main" id="{565650D8-5C90-E568-B4BE-AB79BCD8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7258" name="Line 90">
              <a:extLst>
                <a:ext uri="{FF2B5EF4-FFF2-40B4-BE49-F238E27FC236}">
                  <a16:creationId xmlns:a16="http://schemas.microsoft.com/office/drawing/2014/main" id="{D87D9D5E-BCF2-1436-9B8A-850334A7B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7259" name="Group 91">
            <a:extLst>
              <a:ext uri="{FF2B5EF4-FFF2-40B4-BE49-F238E27FC236}">
                <a16:creationId xmlns:a16="http://schemas.microsoft.com/office/drawing/2014/main" id="{7DD60D33-7FCB-DB4A-07DF-6F476231C857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781300"/>
            <a:ext cx="1008063" cy="647700"/>
            <a:chOff x="975" y="3203"/>
            <a:chExt cx="181" cy="136"/>
          </a:xfrm>
        </p:grpSpPr>
        <p:sp>
          <p:nvSpPr>
            <p:cNvPr id="7260" name="Rectangle 92">
              <a:extLst>
                <a:ext uri="{FF2B5EF4-FFF2-40B4-BE49-F238E27FC236}">
                  <a16:creationId xmlns:a16="http://schemas.microsoft.com/office/drawing/2014/main" id="{6EB3DCB6-AFCD-1D38-981A-0FF92C393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7261" name="Line 93">
              <a:extLst>
                <a:ext uri="{FF2B5EF4-FFF2-40B4-BE49-F238E27FC236}">
                  <a16:creationId xmlns:a16="http://schemas.microsoft.com/office/drawing/2014/main" id="{67A47E11-58DD-B28D-950F-9B3CD28C1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7262" name="Line 94">
              <a:extLst>
                <a:ext uri="{FF2B5EF4-FFF2-40B4-BE49-F238E27FC236}">
                  <a16:creationId xmlns:a16="http://schemas.microsoft.com/office/drawing/2014/main" id="{1D249AC8-E4AA-BE0A-86CF-222CEB245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7263" name="Group 95">
            <a:extLst>
              <a:ext uri="{FF2B5EF4-FFF2-40B4-BE49-F238E27FC236}">
                <a16:creationId xmlns:a16="http://schemas.microsoft.com/office/drawing/2014/main" id="{FB97984A-141D-9A16-2168-41EE11017B74}"/>
              </a:ext>
            </a:extLst>
          </p:cNvPr>
          <p:cNvGrpSpPr>
            <a:grpSpLocks/>
          </p:cNvGrpSpPr>
          <p:nvPr/>
        </p:nvGrpSpPr>
        <p:grpSpPr bwMode="auto">
          <a:xfrm>
            <a:off x="7812088" y="2781300"/>
            <a:ext cx="1008062" cy="647700"/>
            <a:chOff x="975" y="3203"/>
            <a:chExt cx="181" cy="136"/>
          </a:xfrm>
        </p:grpSpPr>
        <p:sp>
          <p:nvSpPr>
            <p:cNvPr id="7264" name="Rectangle 96">
              <a:extLst>
                <a:ext uri="{FF2B5EF4-FFF2-40B4-BE49-F238E27FC236}">
                  <a16:creationId xmlns:a16="http://schemas.microsoft.com/office/drawing/2014/main" id="{0946641A-E3F6-5438-B218-CD31D912A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7265" name="Line 97">
              <a:extLst>
                <a:ext uri="{FF2B5EF4-FFF2-40B4-BE49-F238E27FC236}">
                  <a16:creationId xmlns:a16="http://schemas.microsoft.com/office/drawing/2014/main" id="{77ACD5EC-6854-654E-C750-896584161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7266" name="Line 98">
              <a:extLst>
                <a:ext uri="{FF2B5EF4-FFF2-40B4-BE49-F238E27FC236}">
                  <a16:creationId xmlns:a16="http://schemas.microsoft.com/office/drawing/2014/main" id="{074A7164-9890-50CB-AF73-9CABADFDBA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FCF7973-269B-21D9-A2A9-82C210B51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6A89BB4-76D4-E9BE-309F-D4B8FC889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141174E1-30F0-E57E-F94D-0B6081493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7E26608-FE3B-A9B8-CAD3-4C9E4319F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00B4AB59-F61A-70C3-9BAD-028626A98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B05AD2D5-59F2-87A0-964B-E4B6D6011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4C5114FA-ACD3-7458-28A1-3B80A4FE1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27C435B3-0550-270B-D5EA-3F468C70E44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10BBC0D3-281C-35F4-2328-C3919D26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CD09FFAA-50BD-6C42-C526-AB02B8271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EFC19489-7CE8-8A45-2E88-05419B5F9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C924FAD9-3290-305A-017D-DCF879F61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203BE0C2-93E2-FE89-8E26-C66E576CA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09F30D52-AD1D-A382-8EB5-16B17200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8E78BF08-2087-7B09-B1A8-336C654B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3" name="Rectangle 17">
            <a:extLst>
              <a:ext uri="{FF2B5EF4-FFF2-40B4-BE49-F238E27FC236}">
                <a16:creationId xmlns:a16="http://schemas.microsoft.com/office/drawing/2014/main" id="{50DD03B0-AE59-2045-E38F-27F688BAD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4" name="Rectangle 18">
            <a:extLst>
              <a:ext uri="{FF2B5EF4-FFF2-40B4-BE49-F238E27FC236}">
                <a16:creationId xmlns:a16="http://schemas.microsoft.com/office/drawing/2014/main" id="{B56F608E-52B5-524D-F283-4ED10076A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8DD6CD64-6967-EF43-68BB-82676CF92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94BAE60D-BDE9-6B13-2F12-4484C4F2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7" name="Rectangle 21">
            <a:extLst>
              <a:ext uri="{FF2B5EF4-FFF2-40B4-BE49-F238E27FC236}">
                <a16:creationId xmlns:a16="http://schemas.microsoft.com/office/drawing/2014/main" id="{24C8FF05-E680-7A91-D40B-03EA2497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8" name="Rectangle 22">
            <a:extLst>
              <a:ext uri="{FF2B5EF4-FFF2-40B4-BE49-F238E27FC236}">
                <a16:creationId xmlns:a16="http://schemas.microsoft.com/office/drawing/2014/main" id="{E5FB03FD-75AF-1EA0-7F21-CB505DDE0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39" name="Rectangle 23">
            <a:extLst>
              <a:ext uri="{FF2B5EF4-FFF2-40B4-BE49-F238E27FC236}">
                <a16:creationId xmlns:a16="http://schemas.microsoft.com/office/drawing/2014/main" id="{365761FE-EC81-1D78-237C-6C6D3B35F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54D26660-EDEB-E8F2-560F-EE66295C6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1" name="Rectangle 25">
            <a:extLst>
              <a:ext uri="{FF2B5EF4-FFF2-40B4-BE49-F238E27FC236}">
                <a16:creationId xmlns:a16="http://schemas.microsoft.com/office/drawing/2014/main" id="{D6167E02-963D-2A4F-DBFD-2148DDB9B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2" name="Oval 26">
            <a:extLst>
              <a:ext uri="{FF2B5EF4-FFF2-40B4-BE49-F238E27FC236}">
                <a16:creationId xmlns:a16="http://schemas.microsoft.com/office/drawing/2014/main" id="{05EA9F37-338E-895F-CCC0-C752EA569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3" name="Oval 27">
            <a:extLst>
              <a:ext uri="{FF2B5EF4-FFF2-40B4-BE49-F238E27FC236}">
                <a16:creationId xmlns:a16="http://schemas.microsoft.com/office/drawing/2014/main" id="{1DEC29E7-25EA-1A23-468D-B644A304E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4" name="Oval 28">
            <a:extLst>
              <a:ext uri="{FF2B5EF4-FFF2-40B4-BE49-F238E27FC236}">
                <a16:creationId xmlns:a16="http://schemas.microsoft.com/office/drawing/2014/main" id="{FC5379CA-4A3F-75EC-0239-2161DE14E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5" name="Oval 29">
            <a:extLst>
              <a:ext uri="{FF2B5EF4-FFF2-40B4-BE49-F238E27FC236}">
                <a16:creationId xmlns:a16="http://schemas.microsoft.com/office/drawing/2014/main" id="{8E380F82-7856-F7AB-3515-318219474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6" name="Oval 30">
            <a:extLst>
              <a:ext uri="{FF2B5EF4-FFF2-40B4-BE49-F238E27FC236}">
                <a16:creationId xmlns:a16="http://schemas.microsoft.com/office/drawing/2014/main" id="{DE78E750-B327-E295-C4CD-CAA30DB16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7" name="Oval 31">
            <a:extLst>
              <a:ext uri="{FF2B5EF4-FFF2-40B4-BE49-F238E27FC236}">
                <a16:creationId xmlns:a16="http://schemas.microsoft.com/office/drawing/2014/main" id="{EBACF035-D5C2-14F1-EC3B-E0863A466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8" name="Oval 32">
            <a:extLst>
              <a:ext uri="{FF2B5EF4-FFF2-40B4-BE49-F238E27FC236}">
                <a16:creationId xmlns:a16="http://schemas.microsoft.com/office/drawing/2014/main" id="{B1CACE9F-E6E5-CF2D-2477-EE0A15C20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49" name="Oval 33">
            <a:extLst>
              <a:ext uri="{FF2B5EF4-FFF2-40B4-BE49-F238E27FC236}">
                <a16:creationId xmlns:a16="http://schemas.microsoft.com/office/drawing/2014/main" id="{9E3B1963-9147-5E42-B5ED-4A0878D54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0" name="Oval 34">
            <a:extLst>
              <a:ext uri="{FF2B5EF4-FFF2-40B4-BE49-F238E27FC236}">
                <a16:creationId xmlns:a16="http://schemas.microsoft.com/office/drawing/2014/main" id="{41E58EC0-8F47-BD10-121F-8BB9EE89F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1" name="Oval 35">
            <a:extLst>
              <a:ext uri="{FF2B5EF4-FFF2-40B4-BE49-F238E27FC236}">
                <a16:creationId xmlns:a16="http://schemas.microsoft.com/office/drawing/2014/main" id="{16F8C09A-525D-BE0E-032D-8A6E14236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2" name="Oval 36">
            <a:extLst>
              <a:ext uri="{FF2B5EF4-FFF2-40B4-BE49-F238E27FC236}">
                <a16:creationId xmlns:a16="http://schemas.microsoft.com/office/drawing/2014/main" id="{59852858-4769-098F-6C4F-9249EE9A5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3" name="Oval 37">
            <a:extLst>
              <a:ext uri="{FF2B5EF4-FFF2-40B4-BE49-F238E27FC236}">
                <a16:creationId xmlns:a16="http://schemas.microsoft.com/office/drawing/2014/main" id="{EA797C18-54DE-18A1-8572-837A158C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4" name="Rectangle 38">
            <a:extLst>
              <a:ext uri="{FF2B5EF4-FFF2-40B4-BE49-F238E27FC236}">
                <a16:creationId xmlns:a16="http://schemas.microsoft.com/office/drawing/2014/main" id="{52D02EEA-1D39-363E-2C70-B085FBAD7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5" name="Rectangle 39">
            <a:extLst>
              <a:ext uri="{FF2B5EF4-FFF2-40B4-BE49-F238E27FC236}">
                <a16:creationId xmlns:a16="http://schemas.microsoft.com/office/drawing/2014/main" id="{C9398CBC-8758-8CEE-4CE5-D30EEF5E1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C1DFB3A7-8C24-F3A1-DE47-4BCD40E61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9EF888F8-66A3-F0F5-4467-2A1A456D0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BE260B4B-56E6-0DEC-63C3-F393C695E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5575FF14-8A7F-5287-FD61-99EA4F0E2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0" name="Rectangle 44">
            <a:extLst>
              <a:ext uri="{FF2B5EF4-FFF2-40B4-BE49-F238E27FC236}">
                <a16:creationId xmlns:a16="http://schemas.microsoft.com/office/drawing/2014/main" id="{8F47A055-2236-D87C-8E90-A3E8B9C1FCB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1" name="Rectangle 45">
            <a:extLst>
              <a:ext uri="{FF2B5EF4-FFF2-40B4-BE49-F238E27FC236}">
                <a16:creationId xmlns:a16="http://schemas.microsoft.com/office/drawing/2014/main" id="{2AD519BE-4DB1-411A-E066-34FEE9C1643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2" name="Text Box 46">
            <a:extLst>
              <a:ext uri="{FF2B5EF4-FFF2-40B4-BE49-F238E27FC236}">
                <a16:creationId xmlns:a16="http://schemas.microsoft.com/office/drawing/2014/main" id="{349562B9-85FA-E919-4F23-DCCC288DD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9263" name="Text Box 47">
            <a:extLst>
              <a:ext uri="{FF2B5EF4-FFF2-40B4-BE49-F238E27FC236}">
                <a16:creationId xmlns:a16="http://schemas.microsoft.com/office/drawing/2014/main" id="{D05170F2-96C4-795A-1A86-F643ED7A8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9264" name="Text Box 48">
            <a:extLst>
              <a:ext uri="{FF2B5EF4-FFF2-40B4-BE49-F238E27FC236}">
                <a16:creationId xmlns:a16="http://schemas.microsoft.com/office/drawing/2014/main" id="{1AC49AA7-4AA8-2F38-2527-6FBB60C05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9265" name="Text Box 49">
            <a:extLst>
              <a:ext uri="{FF2B5EF4-FFF2-40B4-BE49-F238E27FC236}">
                <a16:creationId xmlns:a16="http://schemas.microsoft.com/office/drawing/2014/main" id="{BB9A329E-F885-C2FE-5D7C-24B261887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9266" name="AutoShape 50">
            <a:extLst>
              <a:ext uri="{FF2B5EF4-FFF2-40B4-BE49-F238E27FC236}">
                <a16:creationId xmlns:a16="http://schemas.microsoft.com/office/drawing/2014/main" id="{2F0DCAA4-9E47-6B5E-548B-2938B5DD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7" name="AutoShape 51">
            <a:extLst>
              <a:ext uri="{FF2B5EF4-FFF2-40B4-BE49-F238E27FC236}">
                <a16:creationId xmlns:a16="http://schemas.microsoft.com/office/drawing/2014/main" id="{0EB7ED5E-1A98-1CC3-9E42-A9BC0F8B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8" name="AutoShape 52">
            <a:extLst>
              <a:ext uri="{FF2B5EF4-FFF2-40B4-BE49-F238E27FC236}">
                <a16:creationId xmlns:a16="http://schemas.microsoft.com/office/drawing/2014/main" id="{6D30611B-5C5F-10B4-17EC-E0A4E9EB0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69" name="AutoShape 53">
            <a:extLst>
              <a:ext uri="{FF2B5EF4-FFF2-40B4-BE49-F238E27FC236}">
                <a16:creationId xmlns:a16="http://schemas.microsoft.com/office/drawing/2014/main" id="{0804CBF7-2694-2AD4-5614-73DE125C1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0" name="AutoShape 54">
            <a:extLst>
              <a:ext uri="{FF2B5EF4-FFF2-40B4-BE49-F238E27FC236}">
                <a16:creationId xmlns:a16="http://schemas.microsoft.com/office/drawing/2014/main" id="{3BED838C-A003-7697-3AD5-F7D37D3F5B0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1" name="AutoShape 55">
            <a:extLst>
              <a:ext uri="{FF2B5EF4-FFF2-40B4-BE49-F238E27FC236}">
                <a16:creationId xmlns:a16="http://schemas.microsoft.com/office/drawing/2014/main" id="{EF38EA36-391E-7322-D3DC-37817EFF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2" name="AutoShape 56">
            <a:extLst>
              <a:ext uri="{FF2B5EF4-FFF2-40B4-BE49-F238E27FC236}">
                <a16:creationId xmlns:a16="http://schemas.microsoft.com/office/drawing/2014/main" id="{8316A76D-31A9-FD64-1353-00E9B141B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3" name="AutoShape 57">
            <a:extLst>
              <a:ext uri="{FF2B5EF4-FFF2-40B4-BE49-F238E27FC236}">
                <a16:creationId xmlns:a16="http://schemas.microsoft.com/office/drawing/2014/main" id="{C5300602-EDFA-A903-0136-1EEC8AC1B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4" name="AutoShape 58">
            <a:extLst>
              <a:ext uri="{FF2B5EF4-FFF2-40B4-BE49-F238E27FC236}">
                <a16:creationId xmlns:a16="http://schemas.microsoft.com/office/drawing/2014/main" id="{F92739AD-BECD-0420-032A-AC65956BF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5" name="AutoShape 59">
            <a:extLst>
              <a:ext uri="{FF2B5EF4-FFF2-40B4-BE49-F238E27FC236}">
                <a16:creationId xmlns:a16="http://schemas.microsoft.com/office/drawing/2014/main" id="{A150A176-34EB-E791-E69B-BC62F4000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6" name="AutoShape 60">
            <a:extLst>
              <a:ext uri="{FF2B5EF4-FFF2-40B4-BE49-F238E27FC236}">
                <a16:creationId xmlns:a16="http://schemas.microsoft.com/office/drawing/2014/main" id="{7C3EF878-8EB5-FB78-67D1-77B831296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77" name="AutoShape 61">
            <a:extLst>
              <a:ext uri="{FF2B5EF4-FFF2-40B4-BE49-F238E27FC236}">
                <a16:creationId xmlns:a16="http://schemas.microsoft.com/office/drawing/2014/main" id="{C9DCA9D1-849F-1CBA-7AE6-36FE4042BEA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294" name="Rectangle 78">
            <a:extLst>
              <a:ext uri="{FF2B5EF4-FFF2-40B4-BE49-F238E27FC236}">
                <a16:creationId xmlns:a16="http://schemas.microsoft.com/office/drawing/2014/main" id="{5A9DE39A-3ADC-715F-1B4D-190275D48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nb-NO"/>
              <a:t>Step 3: Prepare Delivery</a:t>
            </a:r>
          </a:p>
        </p:txBody>
      </p:sp>
      <p:grpSp>
        <p:nvGrpSpPr>
          <p:cNvPr id="9299" name="Group 83">
            <a:extLst>
              <a:ext uri="{FF2B5EF4-FFF2-40B4-BE49-F238E27FC236}">
                <a16:creationId xmlns:a16="http://schemas.microsoft.com/office/drawing/2014/main" id="{73E27F0D-2E6B-83AE-51D4-11C5F4DBC180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4941888"/>
            <a:ext cx="2520950" cy="1511300"/>
            <a:chOff x="1156" y="3113"/>
            <a:chExt cx="1588" cy="952"/>
          </a:xfrm>
        </p:grpSpPr>
        <p:sp>
          <p:nvSpPr>
            <p:cNvPr id="9300" name="Rectangle 84">
              <a:extLst>
                <a:ext uri="{FF2B5EF4-FFF2-40B4-BE49-F238E27FC236}">
                  <a16:creationId xmlns:a16="http://schemas.microsoft.com/office/drawing/2014/main" id="{46A247B9-A396-D427-45AB-61CBF2A99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" y="3113"/>
              <a:ext cx="1588" cy="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9301" name="AutoShape 85">
              <a:extLst>
                <a:ext uri="{FF2B5EF4-FFF2-40B4-BE49-F238E27FC236}">
                  <a16:creationId xmlns:a16="http://schemas.microsoft.com/office/drawing/2014/main" id="{CE501539-0F2A-0DF0-D959-F13C9688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3385"/>
              <a:ext cx="816" cy="406"/>
            </a:xfrm>
            <a:prstGeom prst="cube">
              <a:avLst>
                <a:gd name="adj" fmla="val 25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</p:grpSp>
      <p:sp>
        <p:nvSpPr>
          <p:cNvPr id="9302" name="Rectangle 86">
            <a:extLst>
              <a:ext uri="{FF2B5EF4-FFF2-40B4-BE49-F238E27FC236}">
                <a16:creationId xmlns:a16="http://schemas.microsoft.com/office/drawing/2014/main" id="{2D102002-BE13-DD5E-B9B2-20256A3CE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941888"/>
            <a:ext cx="1152525" cy="720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AU" altLang="nb-NO" sz="1400"/>
              <a:t>DELIVERY</a:t>
            </a:r>
          </a:p>
          <a:p>
            <a:pPr algn="ctr"/>
            <a:endParaRPr lang="en-AU" altLang="nb-NO" sz="1400"/>
          </a:p>
          <a:p>
            <a:pPr algn="ctr"/>
            <a:endParaRPr lang="en-AU" altLang="nb-NO" sz="1400"/>
          </a:p>
        </p:txBody>
      </p:sp>
      <p:sp>
        <p:nvSpPr>
          <p:cNvPr id="9303" name="Text Box 87">
            <a:extLst>
              <a:ext uri="{FF2B5EF4-FFF2-40B4-BE49-F238E27FC236}">
                <a16:creationId xmlns:a16="http://schemas.microsoft.com/office/drawing/2014/main" id="{19ACC12B-6547-26B3-7D29-878128B04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5084763"/>
            <a:ext cx="307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AU" altLang="nb-NO" sz="3600">
                <a:latin typeface="Allegro BT" pitchFamily="82" charset="0"/>
              </a:rPr>
              <a:t>9</a:t>
            </a:r>
          </a:p>
        </p:txBody>
      </p:sp>
      <p:grpSp>
        <p:nvGrpSpPr>
          <p:cNvPr id="9306" name="Group 90">
            <a:extLst>
              <a:ext uri="{FF2B5EF4-FFF2-40B4-BE49-F238E27FC236}">
                <a16:creationId xmlns:a16="http://schemas.microsoft.com/office/drawing/2014/main" id="{9792BD55-21F7-8C44-7E14-25F2667432C2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868863"/>
            <a:ext cx="1296988" cy="865187"/>
            <a:chOff x="3152" y="3067"/>
            <a:chExt cx="817" cy="545"/>
          </a:xfrm>
        </p:grpSpPr>
        <p:sp>
          <p:nvSpPr>
            <p:cNvPr id="9304" name="Rectangle 88">
              <a:extLst>
                <a:ext uri="{FF2B5EF4-FFF2-40B4-BE49-F238E27FC236}">
                  <a16:creationId xmlns:a16="http://schemas.microsoft.com/office/drawing/2014/main" id="{4D053FC0-A2B1-CD06-D504-76777CCB8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067"/>
              <a:ext cx="817" cy="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9305" name="Rectangle 89">
              <a:extLst>
                <a:ext uri="{FF2B5EF4-FFF2-40B4-BE49-F238E27FC236}">
                  <a16:creationId xmlns:a16="http://schemas.microsoft.com/office/drawing/2014/main" id="{8F67CB20-A65E-4595-4433-E392B5670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3113"/>
              <a:ext cx="362" cy="45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en-AU" altLang="nb-NO" sz="1400"/>
            </a:p>
            <a:p>
              <a:pPr algn="ctr"/>
              <a:endParaRPr lang="en-AU" altLang="nb-NO" sz="1400"/>
            </a:p>
            <a:p>
              <a:pPr algn="ctr"/>
              <a:endParaRPr lang="en-AU" altLang="nb-NO" sz="1400"/>
            </a:p>
          </p:txBody>
        </p:sp>
      </p:grpSp>
      <p:sp>
        <p:nvSpPr>
          <p:cNvPr id="9308" name="Rectangle 92">
            <a:extLst>
              <a:ext uri="{FF2B5EF4-FFF2-40B4-BE49-F238E27FC236}">
                <a16:creationId xmlns:a16="http://schemas.microsoft.com/office/drawing/2014/main" id="{7CF84F62-A7E3-473C-76C5-0BF391290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868863"/>
            <a:ext cx="1296988" cy="865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309" name="Rectangle 93">
            <a:extLst>
              <a:ext uri="{FF2B5EF4-FFF2-40B4-BE49-F238E27FC236}">
                <a16:creationId xmlns:a16="http://schemas.microsoft.com/office/drawing/2014/main" id="{1D8E5C8A-29EC-C333-9A47-6106B300E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941888"/>
            <a:ext cx="574675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en-AU" altLang="nb-NO" sz="1400"/>
          </a:p>
          <a:p>
            <a:pPr algn="ctr"/>
            <a:endParaRPr lang="en-AU" altLang="nb-NO" sz="1400"/>
          </a:p>
          <a:p>
            <a:pPr algn="ctr"/>
            <a:endParaRPr lang="en-AU" altLang="nb-NO" sz="1400"/>
          </a:p>
        </p:txBody>
      </p:sp>
      <p:sp>
        <p:nvSpPr>
          <p:cNvPr id="9314" name="Rectangle 98">
            <a:extLst>
              <a:ext uri="{FF2B5EF4-FFF2-40B4-BE49-F238E27FC236}">
                <a16:creationId xmlns:a16="http://schemas.microsoft.com/office/drawing/2014/main" id="{33412A25-207D-7149-BB3C-880072CCC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157788"/>
            <a:ext cx="1944688" cy="1079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310" name="AutoShape 94">
            <a:extLst>
              <a:ext uri="{FF2B5EF4-FFF2-40B4-BE49-F238E27FC236}">
                <a16:creationId xmlns:a16="http://schemas.microsoft.com/office/drawing/2014/main" id="{E3775284-E181-40C9-E157-E50669B2F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661025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311" name="AutoShape 95">
            <a:extLst>
              <a:ext uri="{FF2B5EF4-FFF2-40B4-BE49-F238E27FC236}">
                <a16:creationId xmlns:a16="http://schemas.microsoft.com/office/drawing/2014/main" id="{475722CF-8238-DC90-FA0A-90557971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661025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312" name="AutoShape 96">
            <a:extLst>
              <a:ext uri="{FF2B5EF4-FFF2-40B4-BE49-F238E27FC236}">
                <a16:creationId xmlns:a16="http://schemas.microsoft.com/office/drawing/2014/main" id="{F48AB77B-2F4F-92FF-0C77-0ADA07F9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661025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9313" name="AutoShape 97">
            <a:extLst>
              <a:ext uri="{FF2B5EF4-FFF2-40B4-BE49-F238E27FC236}">
                <a16:creationId xmlns:a16="http://schemas.microsoft.com/office/drawing/2014/main" id="{8EC933A2-62E9-DF6A-BC37-F9D91872B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661025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36901E-6 L -0.06284 0.357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2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1786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1.36901E-6 L -0.31493 0.3574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2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47" y="1786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36901E-6 L -0.56684 0.3574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51" y="1786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36901E-6 L 0.18907 0.3574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2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178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0.06324 C 0.00209 -0.06788 0.00243 -0.07714 0.00035 -0.0827 C -0.00156 -0.08803 -0.01076 -0.10309 -0.01441 -0.10517 C -0.01684 -0.10656 -0.01944 -0.10702 -0.02187 -0.10818 C -0.03021 -0.11652 -0.03906 -0.11698 -0.04913 -0.1193 C -0.05451 -0.12416 -0.06076 -0.12416 -0.06701 -0.12625 C -0.09375 -0.12579 -0.12031 -0.12579 -0.14705 -0.12486 C -0.1566 -0.12463 -0.16649 -0.11907 -0.17552 -0.11513 C -0.18767 -0.1098 -0.16875 -0.11861 -0.18177 -0.11096 C -0.18385 -0.1098 -0.18819 -0.10818 -0.18819 -0.10795 C -0.19236 -0.10401 -0.19548 -0.10239 -0.20069 -0.101 C -0.20434 -0.0966 -0.2085 -0.09637 -0.21232 -0.09127 C -0.2184 -0.08293 -0.21545 -0.08594 -0.22083 -0.08131 C -0.22448 -0.0739 -0.23038 -0.07019 -0.23437 -0.06324 C -0.24114 -0.05189 -0.23576 -0.05722 -0.24184 -0.05189 C -0.24739 -0.04077 -0.25208 -0.02688 -0.25451 -0.0139 C -0.25486 -0.01159 -0.25486 -0.00927 -0.25555 -0.00695 C -0.25607 -0.00533 -0.25712 -0.00441 -0.25764 -0.00278 C -0.2585 4.5703E-6 -0.25972 0.00579 -0.25972 0.00602 C -0.25746 0.01505 -0.25989 0.01413 -0.25555 0.01413 " pathEditMode="relative" rAng="0" ptsTypes="fffffffffffffffffffA">
                                      <p:cBhvr>
                                        <p:cTn id="42" dur="20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25" y="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0.03174 L 0.63784 -0.32569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74" y="-1788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0.03174 L 0.38594 -0.32569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9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7883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0.02108 L 0.13385 -0.32569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9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-1735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3 0.01066 L -0.11806 -0.32569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9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22" y="-168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2" grpId="0" animBg="1"/>
      <p:bldP spid="9303" grpId="0"/>
      <p:bldP spid="9309" grpId="0" animBg="1"/>
      <p:bldP spid="9309" grpId="1" animBg="1"/>
      <p:bldP spid="9309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71570A8-DCC4-3FF0-F886-03515661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4C52242-65AD-9A3D-0B5A-BB22CD4D1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F97E955D-499A-E1AE-7A1B-E59BA28F4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8965005B-53D3-C78A-9DB2-57BC0FA49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DE509879-50F7-E0F8-33C1-CA346EFC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3E91F08A-200E-DFDF-0F35-5CC41FBF7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75A87459-0C10-E774-9CC1-D8360367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2CA53B1F-30A3-7FC1-5EE0-FA9DEE10F28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EDA3E251-F698-DCE0-1BE2-0CFB3E53B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99D9A4D8-F99D-FC2E-D6B9-C189D8C20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D0EF78E4-A98B-E493-0354-4BBC15C52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CD316985-0571-6741-A120-7C546E22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6B3312A7-DB95-5DDF-4B7E-EC1C37D29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1" name="Rectangle 15">
            <a:extLst>
              <a:ext uri="{FF2B5EF4-FFF2-40B4-BE49-F238E27FC236}">
                <a16:creationId xmlns:a16="http://schemas.microsoft.com/office/drawing/2014/main" id="{3755F5CE-65CF-8D0A-14C3-F16D70024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2" name="Rectangle 16">
            <a:extLst>
              <a:ext uri="{FF2B5EF4-FFF2-40B4-BE49-F238E27FC236}">
                <a16:creationId xmlns:a16="http://schemas.microsoft.com/office/drawing/2014/main" id="{EC79F70B-1742-D89C-8D53-A78C53E86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3" name="Rectangle 17">
            <a:extLst>
              <a:ext uri="{FF2B5EF4-FFF2-40B4-BE49-F238E27FC236}">
                <a16:creationId xmlns:a16="http://schemas.microsoft.com/office/drawing/2014/main" id="{56D62669-15E5-45C6-A799-A9FB2C876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4" name="Rectangle 18">
            <a:extLst>
              <a:ext uri="{FF2B5EF4-FFF2-40B4-BE49-F238E27FC236}">
                <a16:creationId xmlns:a16="http://schemas.microsoft.com/office/drawing/2014/main" id="{8B903992-1629-EDC9-622A-6B8446CAF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5" name="Rectangle 19">
            <a:extLst>
              <a:ext uri="{FF2B5EF4-FFF2-40B4-BE49-F238E27FC236}">
                <a16:creationId xmlns:a16="http://schemas.microsoft.com/office/drawing/2014/main" id="{BED147A7-0C5F-BC8C-9221-B8269C561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73A2F5D4-3150-55E7-C53F-94AB354FB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7" name="Rectangle 21">
            <a:extLst>
              <a:ext uri="{FF2B5EF4-FFF2-40B4-BE49-F238E27FC236}">
                <a16:creationId xmlns:a16="http://schemas.microsoft.com/office/drawing/2014/main" id="{95A58FE2-0DA4-7022-A66A-A3FB8D40B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8" name="Rectangle 22">
            <a:extLst>
              <a:ext uri="{FF2B5EF4-FFF2-40B4-BE49-F238E27FC236}">
                <a16:creationId xmlns:a16="http://schemas.microsoft.com/office/drawing/2014/main" id="{F468B6FD-1638-219D-7AF3-6E6BA5F01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59" name="Rectangle 23">
            <a:extLst>
              <a:ext uri="{FF2B5EF4-FFF2-40B4-BE49-F238E27FC236}">
                <a16:creationId xmlns:a16="http://schemas.microsoft.com/office/drawing/2014/main" id="{53B104F8-AD0A-A031-08D1-70371A3D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0" name="Rectangle 24">
            <a:extLst>
              <a:ext uri="{FF2B5EF4-FFF2-40B4-BE49-F238E27FC236}">
                <a16:creationId xmlns:a16="http://schemas.microsoft.com/office/drawing/2014/main" id="{80F68F6A-7607-7C64-F8A9-7417ED0C3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1" name="Rectangle 25">
            <a:extLst>
              <a:ext uri="{FF2B5EF4-FFF2-40B4-BE49-F238E27FC236}">
                <a16:creationId xmlns:a16="http://schemas.microsoft.com/office/drawing/2014/main" id="{DB8841A7-5330-D0C9-AC77-1C4CFDD5B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2" name="Oval 26">
            <a:extLst>
              <a:ext uri="{FF2B5EF4-FFF2-40B4-BE49-F238E27FC236}">
                <a16:creationId xmlns:a16="http://schemas.microsoft.com/office/drawing/2014/main" id="{F9E40209-18DD-348A-A2C5-0A86BA31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3" name="Oval 27">
            <a:extLst>
              <a:ext uri="{FF2B5EF4-FFF2-40B4-BE49-F238E27FC236}">
                <a16:creationId xmlns:a16="http://schemas.microsoft.com/office/drawing/2014/main" id="{2616E352-BD89-BC76-A303-DD398302D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4" name="Oval 28">
            <a:extLst>
              <a:ext uri="{FF2B5EF4-FFF2-40B4-BE49-F238E27FC236}">
                <a16:creationId xmlns:a16="http://schemas.microsoft.com/office/drawing/2014/main" id="{E7B45CE2-466A-F7F3-9C6F-D478DE00E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5" name="Oval 29">
            <a:extLst>
              <a:ext uri="{FF2B5EF4-FFF2-40B4-BE49-F238E27FC236}">
                <a16:creationId xmlns:a16="http://schemas.microsoft.com/office/drawing/2014/main" id="{5E96BB0B-F616-1C6B-92D2-C891701A8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6" name="Oval 30">
            <a:extLst>
              <a:ext uri="{FF2B5EF4-FFF2-40B4-BE49-F238E27FC236}">
                <a16:creationId xmlns:a16="http://schemas.microsoft.com/office/drawing/2014/main" id="{074575FE-D1A4-34FC-F6CC-5B44D2FD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7" name="Oval 31">
            <a:extLst>
              <a:ext uri="{FF2B5EF4-FFF2-40B4-BE49-F238E27FC236}">
                <a16:creationId xmlns:a16="http://schemas.microsoft.com/office/drawing/2014/main" id="{85156336-2784-AE6F-2559-83DB2E123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8" name="Oval 32">
            <a:extLst>
              <a:ext uri="{FF2B5EF4-FFF2-40B4-BE49-F238E27FC236}">
                <a16:creationId xmlns:a16="http://schemas.microsoft.com/office/drawing/2014/main" id="{D974717E-47F8-6AFE-94BE-805B115D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69" name="Oval 33">
            <a:extLst>
              <a:ext uri="{FF2B5EF4-FFF2-40B4-BE49-F238E27FC236}">
                <a16:creationId xmlns:a16="http://schemas.microsoft.com/office/drawing/2014/main" id="{82503E2A-6AC3-63DF-FB15-61DBF046D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0" name="Oval 34">
            <a:extLst>
              <a:ext uri="{FF2B5EF4-FFF2-40B4-BE49-F238E27FC236}">
                <a16:creationId xmlns:a16="http://schemas.microsoft.com/office/drawing/2014/main" id="{F74219FE-AA84-DEF8-E171-91E3CA090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1" name="Oval 35">
            <a:extLst>
              <a:ext uri="{FF2B5EF4-FFF2-40B4-BE49-F238E27FC236}">
                <a16:creationId xmlns:a16="http://schemas.microsoft.com/office/drawing/2014/main" id="{A0CF9854-6F91-5E72-E223-9338735B6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2" name="Oval 36">
            <a:extLst>
              <a:ext uri="{FF2B5EF4-FFF2-40B4-BE49-F238E27FC236}">
                <a16:creationId xmlns:a16="http://schemas.microsoft.com/office/drawing/2014/main" id="{9C95856B-2667-A0D6-66E0-F9C4FA7EE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3" name="Oval 37">
            <a:extLst>
              <a:ext uri="{FF2B5EF4-FFF2-40B4-BE49-F238E27FC236}">
                <a16:creationId xmlns:a16="http://schemas.microsoft.com/office/drawing/2014/main" id="{7ACBCD42-5885-EB4B-9D3D-240EE74E5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4" name="Rectangle 38">
            <a:extLst>
              <a:ext uri="{FF2B5EF4-FFF2-40B4-BE49-F238E27FC236}">
                <a16:creationId xmlns:a16="http://schemas.microsoft.com/office/drawing/2014/main" id="{928C3AE7-5326-03EB-2863-722CFBDC8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5" name="Rectangle 39">
            <a:extLst>
              <a:ext uri="{FF2B5EF4-FFF2-40B4-BE49-F238E27FC236}">
                <a16:creationId xmlns:a16="http://schemas.microsoft.com/office/drawing/2014/main" id="{E34BBEDF-CBE5-D937-33A8-3B1C0154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6" name="Rectangle 40">
            <a:extLst>
              <a:ext uri="{FF2B5EF4-FFF2-40B4-BE49-F238E27FC236}">
                <a16:creationId xmlns:a16="http://schemas.microsoft.com/office/drawing/2014/main" id="{FBFD0E78-ECAD-AB06-469C-09D14491D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7" name="Rectangle 41">
            <a:extLst>
              <a:ext uri="{FF2B5EF4-FFF2-40B4-BE49-F238E27FC236}">
                <a16:creationId xmlns:a16="http://schemas.microsoft.com/office/drawing/2014/main" id="{8B5E3C61-A242-DE05-E3C5-92555252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8" name="Rectangle 42">
            <a:extLst>
              <a:ext uri="{FF2B5EF4-FFF2-40B4-BE49-F238E27FC236}">
                <a16:creationId xmlns:a16="http://schemas.microsoft.com/office/drawing/2014/main" id="{A4DE8A92-0696-7764-E5B0-34423A294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79" name="Rectangle 43">
            <a:extLst>
              <a:ext uri="{FF2B5EF4-FFF2-40B4-BE49-F238E27FC236}">
                <a16:creationId xmlns:a16="http://schemas.microsoft.com/office/drawing/2014/main" id="{D6CB5C8C-B016-F3E9-F3CA-BB2DDB4AD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0" name="Rectangle 44">
            <a:extLst>
              <a:ext uri="{FF2B5EF4-FFF2-40B4-BE49-F238E27FC236}">
                <a16:creationId xmlns:a16="http://schemas.microsoft.com/office/drawing/2014/main" id="{10FA0CB2-C267-DD09-58C9-B4FFD5F0971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1" name="Rectangle 45">
            <a:extLst>
              <a:ext uri="{FF2B5EF4-FFF2-40B4-BE49-F238E27FC236}">
                <a16:creationId xmlns:a16="http://schemas.microsoft.com/office/drawing/2014/main" id="{1977260F-0D97-332A-F867-EDE96A49152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2" name="Text Box 46">
            <a:extLst>
              <a:ext uri="{FF2B5EF4-FFF2-40B4-BE49-F238E27FC236}">
                <a16:creationId xmlns:a16="http://schemas.microsoft.com/office/drawing/2014/main" id="{01179503-8464-CD3B-852C-A009DA47B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4383" name="Text Box 47">
            <a:extLst>
              <a:ext uri="{FF2B5EF4-FFF2-40B4-BE49-F238E27FC236}">
                <a16:creationId xmlns:a16="http://schemas.microsoft.com/office/drawing/2014/main" id="{CF2D1939-B9ED-A5F8-70F6-24BF96832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4384" name="Text Box 48">
            <a:extLst>
              <a:ext uri="{FF2B5EF4-FFF2-40B4-BE49-F238E27FC236}">
                <a16:creationId xmlns:a16="http://schemas.microsoft.com/office/drawing/2014/main" id="{238AD528-E577-20EC-8B58-5619F75D6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4385" name="Text Box 49">
            <a:extLst>
              <a:ext uri="{FF2B5EF4-FFF2-40B4-BE49-F238E27FC236}">
                <a16:creationId xmlns:a16="http://schemas.microsoft.com/office/drawing/2014/main" id="{8ECD28BB-B264-E1A1-EB67-7393420F3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4386" name="AutoShape 50">
            <a:extLst>
              <a:ext uri="{FF2B5EF4-FFF2-40B4-BE49-F238E27FC236}">
                <a16:creationId xmlns:a16="http://schemas.microsoft.com/office/drawing/2014/main" id="{D03DC49F-9751-CC38-640A-AE69D68DA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7" name="AutoShape 51">
            <a:extLst>
              <a:ext uri="{FF2B5EF4-FFF2-40B4-BE49-F238E27FC236}">
                <a16:creationId xmlns:a16="http://schemas.microsoft.com/office/drawing/2014/main" id="{EA421F53-70F7-8E9B-0B5D-08735C7A6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8" name="AutoShape 52">
            <a:extLst>
              <a:ext uri="{FF2B5EF4-FFF2-40B4-BE49-F238E27FC236}">
                <a16:creationId xmlns:a16="http://schemas.microsoft.com/office/drawing/2014/main" id="{2E68A528-6398-013A-6D8F-37AEC07F9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89" name="AutoShape 53">
            <a:extLst>
              <a:ext uri="{FF2B5EF4-FFF2-40B4-BE49-F238E27FC236}">
                <a16:creationId xmlns:a16="http://schemas.microsoft.com/office/drawing/2014/main" id="{8128A693-0EA2-AF75-FA9B-1CBBB3DD0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0" name="AutoShape 54">
            <a:extLst>
              <a:ext uri="{FF2B5EF4-FFF2-40B4-BE49-F238E27FC236}">
                <a16:creationId xmlns:a16="http://schemas.microsoft.com/office/drawing/2014/main" id="{8EC03067-F053-B5AB-45E9-1D4FAB76B06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1" name="AutoShape 55">
            <a:extLst>
              <a:ext uri="{FF2B5EF4-FFF2-40B4-BE49-F238E27FC236}">
                <a16:creationId xmlns:a16="http://schemas.microsoft.com/office/drawing/2014/main" id="{87A4FE1E-080A-3E8B-A4D7-0174F8388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2" name="AutoShape 56">
            <a:extLst>
              <a:ext uri="{FF2B5EF4-FFF2-40B4-BE49-F238E27FC236}">
                <a16:creationId xmlns:a16="http://schemas.microsoft.com/office/drawing/2014/main" id="{3FAAA709-3774-7D4D-FFC5-68ED9BF26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3" name="AutoShape 57">
            <a:extLst>
              <a:ext uri="{FF2B5EF4-FFF2-40B4-BE49-F238E27FC236}">
                <a16:creationId xmlns:a16="http://schemas.microsoft.com/office/drawing/2014/main" id="{1FEFC945-9C86-8CA0-9ECA-81AEF35CD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4" name="AutoShape 58">
            <a:extLst>
              <a:ext uri="{FF2B5EF4-FFF2-40B4-BE49-F238E27FC236}">
                <a16:creationId xmlns:a16="http://schemas.microsoft.com/office/drawing/2014/main" id="{4A972859-BE63-1242-EF20-90F10E4D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5" name="AutoShape 59">
            <a:extLst>
              <a:ext uri="{FF2B5EF4-FFF2-40B4-BE49-F238E27FC236}">
                <a16:creationId xmlns:a16="http://schemas.microsoft.com/office/drawing/2014/main" id="{656E7B10-E0C9-5B3E-CEAE-8D075B5C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6" name="AutoShape 60">
            <a:extLst>
              <a:ext uri="{FF2B5EF4-FFF2-40B4-BE49-F238E27FC236}">
                <a16:creationId xmlns:a16="http://schemas.microsoft.com/office/drawing/2014/main" id="{D4BAE7C7-DC54-AF94-211E-687A8B548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397" name="AutoShape 61">
            <a:extLst>
              <a:ext uri="{FF2B5EF4-FFF2-40B4-BE49-F238E27FC236}">
                <a16:creationId xmlns:a16="http://schemas.microsoft.com/office/drawing/2014/main" id="{574F162D-703A-C632-15B8-C316C85EF37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4415" name="Rectangle 79">
            <a:extLst>
              <a:ext uri="{FF2B5EF4-FFF2-40B4-BE49-F238E27FC236}">
                <a16:creationId xmlns:a16="http://schemas.microsoft.com/office/drawing/2014/main" id="{24F12087-7E23-8D6C-C67F-D26D705A2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nb-NO"/>
              <a:t>Step 3: Prepare Delivery</a:t>
            </a:r>
          </a:p>
        </p:txBody>
      </p:sp>
      <p:sp>
        <p:nvSpPr>
          <p:cNvPr id="14416" name="Text Box 80">
            <a:extLst>
              <a:ext uri="{FF2B5EF4-FFF2-40B4-BE49-F238E27FC236}">
                <a16:creationId xmlns:a16="http://schemas.microsoft.com/office/drawing/2014/main" id="{AFC6F0CC-93B6-75AD-2066-0430E0655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724400"/>
            <a:ext cx="719455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lphaLcPeriod"/>
            </a:pPr>
            <a:r>
              <a:rPr lang="de-DE" altLang="nb-NO"/>
              <a:t>Figure out whether the amount </a:t>
            </a:r>
            <a:r>
              <a:rPr lang="de-DE" altLang="nb-NO" b="1"/>
              <a:t>to ship</a:t>
            </a:r>
            <a:r>
              <a:rPr lang="de-DE" altLang="nb-NO"/>
              <a:t> can be fulfilled from</a:t>
            </a:r>
            <a:br>
              <a:rPr lang="de-DE" altLang="nb-NO"/>
            </a:br>
            <a:r>
              <a:rPr lang="de-DE" altLang="nb-NO" b="1"/>
              <a:t>available</a:t>
            </a:r>
            <a:r>
              <a:rPr lang="de-DE" altLang="nb-NO"/>
              <a:t> stock.</a:t>
            </a:r>
          </a:p>
          <a:p>
            <a:pPr>
              <a:buFontTx/>
              <a:buAutoNum type="alphaLcPeriod"/>
            </a:pPr>
            <a:r>
              <a:rPr lang="de-DE" altLang="nb-NO"/>
              <a:t>If yes, then </a:t>
            </a:r>
            <a:r>
              <a:rPr lang="de-DE" altLang="nb-NO" b="1"/>
              <a:t>your delivery</a:t>
            </a:r>
            <a:r>
              <a:rPr lang="de-DE" altLang="nb-NO"/>
              <a:t> equals the amount </a:t>
            </a:r>
            <a:r>
              <a:rPr lang="de-DE" altLang="nb-NO" b="1"/>
              <a:t>to ship</a:t>
            </a:r>
            <a:r>
              <a:rPr lang="de-DE" altLang="nb-NO"/>
              <a:t>.</a:t>
            </a:r>
          </a:p>
          <a:p>
            <a:pPr>
              <a:buFontTx/>
              <a:buAutoNum type="alphaLcPeriod"/>
            </a:pPr>
            <a:r>
              <a:rPr lang="de-DE" altLang="nb-NO"/>
              <a:t>If not, you ship whatever is </a:t>
            </a:r>
            <a:r>
              <a:rPr lang="de-DE" altLang="nb-NO" b="1"/>
              <a:t>available</a:t>
            </a:r>
            <a:r>
              <a:rPr lang="de-DE" altLang="nb-NO"/>
              <a:t>, the rest adds to </a:t>
            </a:r>
            <a:r>
              <a:rPr lang="de-DE" altLang="nb-NO" b="1"/>
              <a:t>backorder</a:t>
            </a:r>
            <a:r>
              <a:rPr lang="de-DE" altLang="nb-NO"/>
              <a:t>.</a:t>
            </a:r>
          </a:p>
          <a:p>
            <a:pPr>
              <a:buFontTx/>
              <a:buAutoNum type="alphaLcPeriod"/>
            </a:pPr>
            <a:r>
              <a:rPr lang="de-DE" altLang="nb-NO"/>
              <a:t>Update your </a:t>
            </a:r>
            <a:r>
              <a:rPr lang="de-DE" altLang="nb-NO" b="1"/>
              <a:t>backorder</a:t>
            </a:r>
            <a:r>
              <a:rPr lang="de-DE" altLang="nb-NO"/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BC36C90-9665-8F07-C012-B915D511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BAD80-3F8D-F5B1-AA98-8BE3B1144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07A70FB1-663F-D267-33A8-8C26D7105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1ABA78B0-92B9-4263-F529-FFF46A95C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C6BF379F-74D1-6F3B-AD54-80D71C7F4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0CE8E106-19BD-E06B-5120-9FF80ECEE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8E056787-E72D-3C50-D8EC-AD7327D6F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3A60A721-627B-DCC2-1585-6E0B7235300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EED003AC-E0EE-AC9E-9D6F-08DEB87F8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36BEF1DE-C6A3-3157-E469-755561E5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0C1321AF-C9B7-0327-D945-E326C209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9694A81F-04EF-2FEB-06C6-0C0B29B5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5C2C7D17-2BEB-76D5-A433-7DE843AD3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62DE35F6-C0EE-41F5-5D0F-AF02EC14E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4" name="Rectangle 16">
            <a:extLst>
              <a:ext uri="{FF2B5EF4-FFF2-40B4-BE49-F238E27FC236}">
                <a16:creationId xmlns:a16="http://schemas.microsoft.com/office/drawing/2014/main" id="{051A13FD-8439-ADB6-C127-27D545359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77A4A9C0-34E2-4375-4C1D-B3EC453D1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B2012541-147E-DD42-66F8-49ED86BBA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id="{767A72FB-0C38-460C-F261-32046EE1F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8" name="Rectangle 20">
            <a:extLst>
              <a:ext uri="{FF2B5EF4-FFF2-40B4-BE49-F238E27FC236}">
                <a16:creationId xmlns:a16="http://schemas.microsoft.com/office/drawing/2014/main" id="{08A6EA01-BB8A-A02D-D787-8F48C0DA9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29" name="Rectangle 21">
            <a:extLst>
              <a:ext uri="{FF2B5EF4-FFF2-40B4-BE49-F238E27FC236}">
                <a16:creationId xmlns:a16="http://schemas.microsoft.com/office/drawing/2014/main" id="{A435D7E5-BDBB-4F09-3FC7-0356D5C37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0" name="Rectangle 22">
            <a:extLst>
              <a:ext uri="{FF2B5EF4-FFF2-40B4-BE49-F238E27FC236}">
                <a16:creationId xmlns:a16="http://schemas.microsoft.com/office/drawing/2014/main" id="{134E3CE7-7D66-8168-1EEB-88F991E66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1" name="Rectangle 23">
            <a:extLst>
              <a:ext uri="{FF2B5EF4-FFF2-40B4-BE49-F238E27FC236}">
                <a16:creationId xmlns:a16="http://schemas.microsoft.com/office/drawing/2014/main" id="{3478583D-FA94-9275-E516-2E9470C07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B5FDB378-3B04-E66A-4FA7-F282F4092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3" name="Rectangle 25">
            <a:extLst>
              <a:ext uri="{FF2B5EF4-FFF2-40B4-BE49-F238E27FC236}">
                <a16:creationId xmlns:a16="http://schemas.microsoft.com/office/drawing/2014/main" id="{BFBD923D-3B8E-25A3-01D4-0CAB05BA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4" name="Oval 26">
            <a:extLst>
              <a:ext uri="{FF2B5EF4-FFF2-40B4-BE49-F238E27FC236}">
                <a16:creationId xmlns:a16="http://schemas.microsoft.com/office/drawing/2014/main" id="{C7D9833A-7D78-CC72-7C94-CBE53BAA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5" name="Oval 27">
            <a:extLst>
              <a:ext uri="{FF2B5EF4-FFF2-40B4-BE49-F238E27FC236}">
                <a16:creationId xmlns:a16="http://schemas.microsoft.com/office/drawing/2014/main" id="{17964CBF-AEF0-EE68-4BD0-25CE57933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6" name="Oval 28">
            <a:extLst>
              <a:ext uri="{FF2B5EF4-FFF2-40B4-BE49-F238E27FC236}">
                <a16:creationId xmlns:a16="http://schemas.microsoft.com/office/drawing/2014/main" id="{6E1199BE-9E44-2F72-A9F8-7B30486C8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7" name="Oval 29">
            <a:extLst>
              <a:ext uri="{FF2B5EF4-FFF2-40B4-BE49-F238E27FC236}">
                <a16:creationId xmlns:a16="http://schemas.microsoft.com/office/drawing/2014/main" id="{A5C97CEA-8658-F9E1-E480-7AC9D280E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8" name="Oval 30">
            <a:extLst>
              <a:ext uri="{FF2B5EF4-FFF2-40B4-BE49-F238E27FC236}">
                <a16:creationId xmlns:a16="http://schemas.microsoft.com/office/drawing/2014/main" id="{39A236A5-8F08-DC5F-EC6D-24334B10D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39" name="Oval 31">
            <a:extLst>
              <a:ext uri="{FF2B5EF4-FFF2-40B4-BE49-F238E27FC236}">
                <a16:creationId xmlns:a16="http://schemas.microsoft.com/office/drawing/2014/main" id="{68C60153-14DA-E536-4A23-18E6E9760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0" name="Oval 32">
            <a:extLst>
              <a:ext uri="{FF2B5EF4-FFF2-40B4-BE49-F238E27FC236}">
                <a16:creationId xmlns:a16="http://schemas.microsoft.com/office/drawing/2014/main" id="{0C38F794-2323-814A-2B67-82CF6AAED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1" name="Oval 33">
            <a:extLst>
              <a:ext uri="{FF2B5EF4-FFF2-40B4-BE49-F238E27FC236}">
                <a16:creationId xmlns:a16="http://schemas.microsoft.com/office/drawing/2014/main" id="{8CA88CA3-EDA8-5B85-75B2-6A98096A1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2" name="Oval 34">
            <a:extLst>
              <a:ext uri="{FF2B5EF4-FFF2-40B4-BE49-F238E27FC236}">
                <a16:creationId xmlns:a16="http://schemas.microsoft.com/office/drawing/2014/main" id="{61A9D19E-87C2-FC5A-1E57-185B920CB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3" name="Oval 35">
            <a:extLst>
              <a:ext uri="{FF2B5EF4-FFF2-40B4-BE49-F238E27FC236}">
                <a16:creationId xmlns:a16="http://schemas.microsoft.com/office/drawing/2014/main" id="{A1FB2CE8-5EE4-403E-4043-7FC8247E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4" name="Oval 36">
            <a:extLst>
              <a:ext uri="{FF2B5EF4-FFF2-40B4-BE49-F238E27FC236}">
                <a16:creationId xmlns:a16="http://schemas.microsoft.com/office/drawing/2014/main" id="{852ED41C-1AB3-46A6-8BAD-3D07F4516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5" name="Oval 37">
            <a:extLst>
              <a:ext uri="{FF2B5EF4-FFF2-40B4-BE49-F238E27FC236}">
                <a16:creationId xmlns:a16="http://schemas.microsoft.com/office/drawing/2014/main" id="{33023F82-60D5-035E-2690-D3BF99053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6" name="Rectangle 38">
            <a:extLst>
              <a:ext uri="{FF2B5EF4-FFF2-40B4-BE49-F238E27FC236}">
                <a16:creationId xmlns:a16="http://schemas.microsoft.com/office/drawing/2014/main" id="{80EBED04-5A2B-67C5-7170-9995FEF62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7" name="Rectangle 39">
            <a:extLst>
              <a:ext uri="{FF2B5EF4-FFF2-40B4-BE49-F238E27FC236}">
                <a16:creationId xmlns:a16="http://schemas.microsoft.com/office/drawing/2014/main" id="{6B76A0CF-E652-78AB-1A83-51783E0A6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8" name="Rectangle 40">
            <a:extLst>
              <a:ext uri="{FF2B5EF4-FFF2-40B4-BE49-F238E27FC236}">
                <a16:creationId xmlns:a16="http://schemas.microsoft.com/office/drawing/2014/main" id="{7363353D-C873-9275-12BA-02F5F6462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49" name="Rectangle 41">
            <a:extLst>
              <a:ext uri="{FF2B5EF4-FFF2-40B4-BE49-F238E27FC236}">
                <a16:creationId xmlns:a16="http://schemas.microsoft.com/office/drawing/2014/main" id="{DFB1220D-3FD4-7C14-A382-DD470B742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0" name="Rectangle 42">
            <a:extLst>
              <a:ext uri="{FF2B5EF4-FFF2-40B4-BE49-F238E27FC236}">
                <a16:creationId xmlns:a16="http://schemas.microsoft.com/office/drawing/2014/main" id="{0A0BE5E3-EE1B-2C05-51C3-78E9C37DF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1" name="Rectangle 43">
            <a:extLst>
              <a:ext uri="{FF2B5EF4-FFF2-40B4-BE49-F238E27FC236}">
                <a16:creationId xmlns:a16="http://schemas.microsoft.com/office/drawing/2014/main" id="{B33E99B3-087B-532F-0191-33DBC7B2F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2" name="Rectangle 44">
            <a:extLst>
              <a:ext uri="{FF2B5EF4-FFF2-40B4-BE49-F238E27FC236}">
                <a16:creationId xmlns:a16="http://schemas.microsoft.com/office/drawing/2014/main" id="{50DEF8D0-D5DE-BA41-51AF-39CFA58EE9B4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3" name="Rectangle 45">
            <a:extLst>
              <a:ext uri="{FF2B5EF4-FFF2-40B4-BE49-F238E27FC236}">
                <a16:creationId xmlns:a16="http://schemas.microsoft.com/office/drawing/2014/main" id="{CE2EDD21-CDAA-C49F-AD8D-67F1D3E3A55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4" name="Text Box 46">
            <a:extLst>
              <a:ext uri="{FF2B5EF4-FFF2-40B4-BE49-F238E27FC236}">
                <a16:creationId xmlns:a16="http://schemas.microsoft.com/office/drawing/2014/main" id="{ECB548F9-889B-6EBE-EE3A-6533F75EB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7455" name="Text Box 47">
            <a:extLst>
              <a:ext uri="{FF2B5EF4-FFF2-40B4-BE49-F238E27FC236}">
                <a16:creationId xmlns:a16="http://schemas.microsoft.com/office/drawing/2014/main" id="{7BE175F6-DC0D-F47C-AF19-73783741E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7456" name="Text Box 48">
            <a:extLst>
              <a:ext uri="{FF2B5EF4-FFF2-40B4-BE49-F238E27FC236}">
                <a16:creationId xmlns:a16="http://schemas.microsoft.com/office/drawing/2014/main" id="{32C12E0F-3F66-EB9E-2F5F-F36DE6F99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7457" name="Text Box 49">
            <a:extLst>
              <a:ext uri="{FF2B5EF4-FFF2-40B4-BE49-F238E27FC236}">
                <a16:creationId xmlns:a16="http://schemas.microsoft.com/office/drawing/2014/main" id="{BB229BB9-CC66-91D4-0F0A-690D878C3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7458" name="AutoShape 50">
            <a:extLst>
              <a:ext uri="{FF2B5EF4-FFF2-40B4-BE49-F238E27FC236}">
                <a16:creationId xmlns:a16="http://schemas.microsoft.com/office/drawing/2014/main" id="{125A75F3-AAB8-D5D7-124F-A3FFC553CD8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59" name="AutoShape 51">
            <a:extLst>
              <a:ext uri="{FF2B5EF4-FFF2-40B4-BE49-F238E27FC236}">
                <a16:creationId xmlns:a16="http://schemas.microsoft.com/office/drawing/2014/main" id="{64608B24-5991-B44B-02D4-24626DE98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0" name="AutoShape 52">
            <a:extLst>
              <a:ext uri="{FF2B5EF4-FFF2-40B4-BE49-F238E27FC236}">
                <a16:creationId xmlns:a16="http://schemas.microsoft.com/office/drawing/2014/main" id="{68A2A29C-5BB5-5301-8602-C95A50555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1" name="AutoShape 53">
            <a:extLst>
              <a:ext uri="{FF2B5EF4-FFF2-40B4-BE49-F238E27FC236}">
                <a16:creationId xmlns:a16="http://schemas.microsoft.com/office/drawing/2014/main" id="{611BEFB7-043C-5BC2-92B2-E6313B11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2" name="AutoShape 54">
            <a:extLst>
              <a:ext uri="{FF2B5EF4-FFF2-40B4-BE49-F238E27FC236}">
                <a16:creationId xmlns:a16="http://schemas.microsoft.com/office/drawing/2014/main" id="{CCCBD485-DF36-C111-6997-9587A0684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3" name="AutoShape 55">
            <a:extLst>
              <a:ext uri="{FF2B5EF4-FFF2-40B4-BE49-F238E27FC236}">
                <a16:creationId xmlns:a16="http://schemas.microsoft.com/office/drawing/2014/main" id="{AA843FB3-3641-C486-2FE3-2FD5A6183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4" name="AutoShape 56">
            <a:extLst>
              <a:ext uri="{FF2B5EF4-FFF2-40B4-BE49-F238E27FC236}">
                <a16:creationId xmlns:a16="http://schemas.microsoft.com/office/drawing/2014/main" id="{B2668A2E-8222-B8C9-CD22-103273C8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5" name="AutoShape 57">
            <a:extLst>
              <a:ext uri="{FF2B5EF4-FFF2-40B4-BE49-F238E27FC236}">
                <a16:creationId xmlns:a16="http://schemas.microsoft.com/office/drawing/2014/main" id="{D9E34253-79B7-1BCF-05AA-81BD5DDF17E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6" name="Rectangle 58">
            <a:extLst>
              <a:ext uri="{FF2B5EF4-FFF2-40B4-BE49-F238E27FC236}">
                <a16:creationId xmlns:a16="http://schemas.microsoft.com/office/drawing/2014/main" id="{E10753FC-7EA6-D2F2-B438-9033FABC6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157788"/>
            <a:ext cx="1800225" cy="11509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467" name="Line 59">
            <a:extLst>
              <a:ext uri="{FF2B5EF4-FFF2-40B4-BE49-F238E27FC236}">
                <a16:creationId xmlns:a16="http://schemas.microsoft.com/office/drawing/2014/main" id="{AD0BEFE9-DE14-7750-AFC9-753FB70C1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157788"/>
            <a:ext cx="904875" cy="769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7468" name="Line 60">
            <a:extLst>
              <a:ext uri="{FF2B5EF4-FFF2-40B4-BE49-F238E27FC236}">
                <a16:creationId xmlns:a16="http://schemas.microsoft.com/office/drawing/2014/main" id="{895FFFE5-8940-4BD4-7DFB-10BACEC721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4850" y="5157788"/>
            <a:ext cx="895350" cy="769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7469" name="Rectangle 61">
            <a:extLst>
              <a:ext uri="{FF2B5EF4-FFF2-40B4-BE49-F238E27FC236}">
                <a16:creationId xmlns:a16="http://schemas.microsoft.com/office/drawing/2014/main" id="{F318744D-DB23-ACBB-2BC5-90E02F73A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nb-NO"/>
              <a:t>Step 4: Place your order</a:t>
            </a:r>
          </a:p>
        </p:txBody>
      </p:sp>
      <p:sp>
        <p:nvSpPr>
          <p:cNvPr id="17471" name="Line 63">
            <a:extLst>
              <a:ext uri="{FF2B5EF4-FFF2-40B4-BE49-F238E27FC236}">
                <a16:creationId xmlns:a16="http://schemas.microsoft.com/office/drawing/2014/main" id="{5993D0A7-D049-D1A9-23C6-C0CDAF92EB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975" y="4365625"/>
            <a:ext cx="863600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7472" name="Line 64">
            <a:extLst>
              <a:ext uri="{FF2B5EF4-FFF2-40B4-BE49-F238E27FC236}">
                <a16:creationId xmlns:a16="http://schemas.microsoft.com/office/drawing/2014/main" id="{F49C6E15-CDA7-B3A9-0AC4-A0A6D89E7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4365625"/>
            <a:ext cx="936625" cy="792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nb-NO"/>
          </a:p>
        </p:txBody>
      </p:sp>
      <p:sp>
        <p:nvSpPr>
          <p:cNvPr id="17490" name="Rectangle 82">
            <a:extLst>
              <a:ext uri="{FF2B5EF4-FFF2-40B4-BE49-F238E27FC236}">
                <a16:creationId xmlns:a16="http://schemas.microsoft.com/office/drawing/2014/main" id="{7ABEB285-3D86-8BBD-5F42-3B50E123C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445000"/>
            <a:ext cx="1152525" cy="720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AU" altLang="nb-NO" sz="1400"/>
              <a:t>ORDER</a:t>
            </a:r>
          </a:p>
          <a:p>
            <a:pPr algn="ctr"/>
            <a:endParaRPr lang="en-AU" altLang="nb-NO" sz="1400"/>
          </a:p>
          <a:p>
            <a:pPr algn="ctr"/>
            <a:endParaRPr lang="en-AU" altLang="nb-NO" sz="1400"/>
          </a:p>
        </p:txBody>
      </p:sp>
      <p:sp>
        <p:nvSpPr>
          <p:cNvPr id="17491" name="Text Box 83">
            <a:extLst>
              <a:ext uri="{FF2B5EF4-FFF2-40B4-BE49-F238E27FC236}">
                <a16:creationId xmlns:a16="http://schemas.microsoft.com/office/drawing/2014/main" id="{E7BB86F0-8053-62D6-1AEF-54F88D3AF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2938" y="4587875"/>
            <a:ext cx="720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AU" altLang="nb-NO" sz="3600">
                <a:latin typeface="Allegro BT" pitchFamily="82" charset="0"/>
              </a:rPr>
              <a:t>12</a:t>
            </a:r>
          </a:p>
        </p:txBody>
      </p:sp>
      <p:grpSp>
        <p:nvGrpSpPr>
          <p:cNvPr id="17497" name="Group 89">
            <a:extLst>
              <a:ext uri="{FF2B5EF4-FFF2-40B4-BE49-F238E27FC236}">
                <a16:creationId xmlns:a16="http://schemas.microsoft.com/office/drawing/2014/main" id="{80241BD6-43ED-5BB5-E9D6-F74381B9D232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4365625"/>
            <a:ext cx="1296987" cy="865188"/>
            <a:chOff x="3152" y="3067"/>
            <a:chExt cx="817" cy="545"/>
          </a:xfrm>
        </p:grpSpPr>
        <p:sp>
          <p:nvSpPr>
            <p:cNvPr id="17498" name="Rectangle 90">
              <a:extLst>
                <a:ext uri="{FF2B5EF4-FFF2-40B4-BE49-F238E27FC236}">
                  <a16:creationId xmlns:a16="http://schemas.microsoft.com/office/drawing/2014/main" id="{9DA24C3E-2EC6-C2DA-2B45-8342D861C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067"/>
              <a:ext cx="817" cy="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499" name="Rectangle 91">
              <a:extLst>
                <a:ext uri="{FF2B5EF4-FFF2-40B4-BE49-F238E27FC236}">
                  <a16:creationId xmlns:a16="http://schemas.microsoft.com/office/drawing/2014/main" id="{698CBEB1-C8BC-3788-1266-E0E03FF84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3113"/>
              <a:ext cx="362" cy="45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lang="en-AU" altLang="nb-NO" sz="1400"/>
            </a:p>
            <a:p>
              <a:pPr algn="ctr"/>
              <a:endParaRPr lang="en-AU" altLang="nb-NO" sz="1400"/>
            </a:p>
            <a:p>
              <a:pPr algn="ctr"/>
              <a:endParaRPr lang="en-AU" altLang="nb-NO" sz="1400"/>
            </a:p>
          </p:txBody>
        </p:sp>
      </p:grpSp>
      <p:sp>
        <p:nvSpPr>
          <p:cNvPr id="17500" name="Rectangle 92">
            <a:extLst>
              <a:ext uri="{FF2B5EF4-FFF2-40B4-BE49-F238E27FC236}">
                <a16:creationId xmlns:a16="http://schemas.microsoft.com/office/drawing/2014/main" id="{3B4758A4-64C8-E60B-D0C1-8A1ADFAB3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4364038"/>
            <a:ext cx="1296988" cy="865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501" name="Rectangle 93">
            <a:extLst>
              <a:ext uri="{FF2B5EF4-FFF2-40B4-BE49-F238E27FC236}">
                <a16:creationId xmlns:a16="http://schemas.microsoft.com/office/drawing/2014/main" id="{4EAC3DD4-CB1F-87F4-339B-3FF16826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437063"/>
            <a:ext cx="574675" cy="720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endParaRPr lang="en-AU" altLang="nb-NO" sz="1400"/>
          </a:p>
          <a:p>
            <a:pPr algn="ctr"/>
            <a:endParaRPr lang="en-AU" altLang="nb-NO" sz="1400"/>
          </a:p>
          <a:p>
            <a:pPr algn="ctr"/>
            <a:endParaRPr lang="en-AU" altLang="nb-NO" sz="1400"/>
          </a:p>
        </p:txBody>
      </p:sp>
      <p:sp>
        <p:nvSpPr>
          <p:cNvPr id="17503" name="Rectangle 95">
            <a:extLst>
              <a:ext uri="{FF2B5EF4-FFF2-40B4-BE49-F238E27FC236}">
                <a16:creationId xmlns:a16="http://schemas.microsoft.com/office/drawing/2014/main" id="{DA109E0E-A573-C1D7-0CA5-483A1DDBE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365625"/>
            <a:ext cx="2736850" cy="2016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AU" altLang="nb-NO"/>
          </a:p>
        </p:txBody>
      </p:sp>
      <p:grpSp>
        <p:nvGrpSpPr>
          <p:cNvPr id="17474" name="Group 66">
            <a:extLst>
              <a:ext uri="{FF2B5EF4-FFF2-40B4-BE49-F238E27FC236}">
                <a16:creationId xmlns:a16="http://schemas.microsoft.com/office/drawing/2014/main" id="{6DCA060C-CCD8-8686-8A63-14A58D32986D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5157788"/>
            <a:ext cx="1800225" cy="1150937"/>
            <a:chOff x="975" y="3203"/>
            <a:chExt cx="181" cy="136"/>
          </a:xfrm>
        </p:grpSpPr>
        <p:sp>
          <p:nvSpPr>
            <p:cNvPr id="17475" name="Rectangle 67">
              <a:extLst>
                <a:ext uri="{FF2B5EF4-FFF2-40B4-BE49-F238E27FC236}">
                  <a16:creationId xmlns:a16="http://schemas.microsoft.com/office/drawing/2014/main" id="{A060C6EF-0331-5D10-4E9E-A7066E77A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476" name="Line 68">
              <a:extLst>
                <a:ext uri="{FF2B5EF4-FFF2-40B4-BE49-F238E27FC236}">
                  <a16:creationId xmlns:a16="http://schemas.microsoft.com/office/drawing/2014/main" id="{511A5250-B3D1-1560-3C93-20A75581F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7477" name="Line 69">
              <a:extLst>
                <a:ext uri="{FF2B5EF4-FFF2-40B4-BE49-F238E27FC236}">
                  <a16:creationId xmlns:a16="http://schemas.microsoft.com/office/drawing/2014/main" id="{4348C730-D305-3326-1CCF-2D75E75F2C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7508" name="Rectangle 100">
            <a:extLst>
              <a:ext uri="{FF2B5EF4-FFF2-40B4-BE49-F238E27FC236}">
                <a16:creationId xmlns:a16="http://schemas.microsoft.com/office/drawing/2014/main" id="{69C01C38-E168-5A8B-8240-2D367E25A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013325"/>
            <a:ext cx="2089150" cy="14398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17478" name="Group 70">
            <a:extLst>
              <a:ext uri="{FF2B5EF4-FFF2-40B4-BE49-F238E27FC236}">
                <a16:creationId xmlns:a16="http://schemas.microsoft.com/office/drawing/2014/main" id="{61219035-2E04-704C-D835-68F212A31355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229225"/>
            <a:ext cx="358775" cy="215900"/>
            <a:chOff x="975" y="3203"/>
            <a:chExt cx="181" cy="136"/>
          </a:xfrm>
        </p:grpSpPr>
        <p:sp>
          <p:nvSpPr>
            <p:cNvPr id="17479" name="Rectangle 71">
              <a:extLst>
                <a:ext uri="{FF2B5EF4-FFF2-40B4-BE49-F238E27FC236}">
                  <a16:creationId xmlns:a16="http://schemas.microsoft.com/office/drawing/2014/main" id="{41248686-EED7-7FB0-CCCE-0987B5AB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480" name="Line 72">
              <a:extLst>
                <a:ext uri="{FF2B5EF4-FFF2-40B4-BE49-F238E27FC236}">
                  <a16:creationId xmlns:a16="http://schemas.microsoft.com/office/drawing/2014/main" id="{F8B35578-0BCC-1988-E578-41D65F27E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7481" name="Line 73">
              <a:extLst>
                <a:ext uri="{FF2B5EF4-FFF2-40B4-BE49-F238E27FC236}">
                  <a16:creationId xmlns:a16="http://schemas.microsoft.com/office/drawing/2014/main" id="{9560CEAE-BDFB-2F0D-DAB5-098233D34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7504" name="Group 96">
            <a:extLst>
              <a:ext uri="{FF2B5EF4-FFF2-40B4-BE49-F238E27FC236}">
                <a16:creationId xmlns:a16="http://schemas.microsoft.com/office/drawing/2014/main" id="{BC3BD0BE-A99E-DB8D-DA49-4A0F4228E758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229225"/>
            <a:ext cx="358775" cy="215900"/>
            <a:chOff x="975" y="3203"/>
            <a:chExt cx="181" cy="136"/>
          </a:xfrm>
        </p:grpSpPr>
        <p:sp>
          <p:nvSpPr>
            <p:cNvPr id="17505" name="Rectangle 97">
              <a:extLst>
                <a:ext uri="{FF2B5EF4-FFF2-40B4-BE49-F238E27FC236}">
                  <a16:creationId xmlns:a16="http://schemas.microsoft.com/office/drawing/2014/main" id="{185A8A34-1740-BB41-06AF-8FE4051EF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506" name="Line 98">
              <a:extLst>
                <a:ext uri="{FF2B5EF4-FFF2-40B4-BE49-F238E27FC236}">
                  <a16:creationId xmlns:a16="http://schemas.microsoft.com/office/drawing/2014/main" id="{6B01DF45-6E33-44F2-0FDE-5B34E77C1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7507" name="Line 99">
              <a:extLst>
                <a:ext uri="{FF2B5EF4-FFF2-40B4-BE49-F238E27FC236}">
                  <a16:creationId xmlns:a16="http://schemas.microsoft.com/office/drawing/2014/main" id="{AB121F1A-0C80-EB20-25B5-F76ECA6E1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7509" name="Group 101">
            <a:extLst>
              <a:ext uri="{FF2B5EF4-FFF2-40B4-BE49-F238E27FC236}">
                <a16:creationId xmlns:a16="http://schemas.microsoft.com/office/drawing/2014/main" id="{A01C0E68-0A58-A0D2-9F71-8BA2027F7B33}"/>
              </a:ext>
            </a:extLst>
          </p:cNvPr>
          <p:cNvGrpSpPr>
            <a:grpSpLocks/>
          </p:cNvGrpSpPr>
          <p:nvPr/>
        </p:nvGrpSpPr>
        <p:grpSpPr bwMode="auto">
          <a:xfrm>
            <a:off x="2917825" y="5229225"/>
            <a:ext cx="358775" cy="215900"/>
            <a:chOff x="975" y="3203"/>
            <a:chExt cx="181" cy="136"/>
          </a:xfrm>
        </p:grpSpPr>
        <p:sp>
          <p:nvSpPr>
            <p:cNvPr id="17510" name="Rectangle 102">
              <a:extLst>
                <a:ext uri="{FF2B5EF4-FFF2-40B4-BE49-F238E27FC236}">
                  <a16:creationId xmlns:a16="http://schemas.microsoft.com/office/drawing/2014/main" id="{6C4942D7-B54B-3546-4EAF-4CA9EDCBB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511" name="Line 103">
              <a:extLst>
                <a:ext uri="{FF2B5EF4-FFF2-40B4-BE49-F238E27FC236}">
                  <a16:creationId xmlns:a16="http://schemas.microsoft.com/office/drawing/2014/main" id="{FF408200-DCD2-A785-743B-93247080D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7512" name="Line 104">
              <a:extLst>
                <a:ext uri="{FF2B5EF4-FFF2-40B4-BE49-F238E27FC236}">
                  <a16:creationId xmlns:a16="http://schemas.microsoft.com/office/drawing/2014/main" id="{745BACDA-D0FF-7CA6-AC29-3D3BC87BA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7513" name="Group 105">
            <a:extLst>
              <a:ext uri="{FF2B5EF4-FFF2-40B4-BE49-F238E27FC236}">
                <a16:creationId xmlns:a16="http://schemas.microsoft.com/office/drawing/2014/main" id="{5E16B345-2EA7-07B9-E350-B8C6307A5E59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229225"/>
            <a:ext cx="358775" cy="215900"/>
            <a:chOff x="975" y="3203"/>
            <a:chExt cx="181" cy="136"/>
          </a:xfrm>
        </p:grpSpPr>
        <p:sp>
          <p:nvSpPr>
            <p:cNvPr id="17514" name="Rectangle 106">
              <a:extLst>
                <a:ext uri="{FF2B5EF4-FFF2-40B4-BE49-F238E27FC236}">
                  <a16:creationId xmlns:a16="http://schemas.microsoft.com/office/drawing/2014/main" id="{3B660270-44BB-6DCF-612C-F9C9ED9A1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7515" name="Line 107">
              <a:extLst>
                <a:ext uri="{FF2B5EF4-FFF2-40B4-BE49-F238E27FC236}">
                  <a16:creationId xmlns:a16="http://schemas.microsoft.com/office/drawing/2014/main" id="{97C64D1B-9EEE-F10D-E3BF-53562D482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7516" name="Line 108">
              <a:extLst>
                <a:ext uri="{FF2B5EF4-FFF2-40B4-BE49-F238E27FC236}">
                  <a16:creationId xmlns:a16="http://schemas.microsoft.com/office/drawing/2014/main" id="{9FB6D876-3AB0-2409-C4A1-6BD41CE87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7517" name="AutoShape 109">
            <a:extLst>
              <a:ext uri="{FF2B5EF4-FFF2-40B4-BE49-F238E27FC236}">
                <a16:creationId xmlns:a16="http://schemas.microsoft.com/office/drawing/2014/main" id="{CF9460EF-A81D-8CB1-98BA-9A627C24E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518" name="AutoShape 110">
            <a:extLst>
              <a:ext uri="{FF2B5EF4-FFF2-40B4-BE49-F238E27FC236}">
                <a16:creationId xmlns:a16="http://schemas.microsoft.com/office/drawing/2014/main" id="{A4FABB6A-33FD-FEA7-BE4F-69E5864F8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519" name="AutoShape 111">
            <a:extLst>
              <a:ext uri="{FF2B5EF4-FFF2-40B4-BE49-F238E27FC236}">
                <a16:creationId xmlns:a16="http://schemas.microsoft.com/office/drawing/2014/main" id="{A2AF5F31-DDF2-80AB-E948-B13334330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520" name="AutoShape 112">
            <a:extLst>
              <a:ext uri="{FF2B5EF4-FFF2-40B4-BE49-F238E27FC236}">
                <a16:creationId xmlns:a16="http://schemas.microsoft.com/office/drawing/2014/main" id="{996724A3-6F60-6FAE-C0D8-23F6CA433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7522" name="Text Box 114">
            <a:extLst>
              <a:ext uri="{FF2B5EF4-FFF2-40B4-BE49-F238E27FC236}">
                <a16:creationId xmlns:a16="http://schemas.microsoft.com/office/drawing/2014/main" id="{33C74982-3A13-2F93-FC04-11C118190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647382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AU" altLang="nb-NO"/>
          </a:p>
        </p:txBody>
      </p:sp>
      <p:sp>
        <p:nvSpPr>
          <p:cNvPr id="17523" name="Text Box 115">
            <a:extLst>
              <a:ext uri="{FF2B5EF4-FFF2-40B4-BE49-F238E27FC236}">
                <a16:creationId xmlns:a16="http://schemas.microsoft.com/office/drawing/2014/main" id="{BF9F79F5-5360-C2C9-B855-F689770AD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6021388"/>
            <a:ext cx="3143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nb-NO"/>
              <a:t>That is entirely your decision.</a:t>
            </a:r>
          </a:p>
          <a:p>
            <a:r>
              <a:rPr lang="de-DE" altLang="nb-NO" i="1"/>
              <a:t>Keep your cost low!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0.06324 C 0.00209 -0.06788 0.00243 -0.07714 0.00035 -0.0827 C -0.00156 -0.08803 -0.01076 -0.10309 -0.01441 -0.10517 C -0.01684 -0.10656 -0.01944 -0.10702 -0.02187 -0.10818 C -0.03021 -0.11652 -0.03906 -0.11698 -0.04913 -0.1193 C -0.05451 -0.12416 -0.06076 -0.12416 -0.06701 -0.12625 C -0.09375 -0.12579 -0.12031 -0.12579 -0.14705 -0.12486 C -0.1566 -0.12463 -0.16649 -0.11907 -0.17552 -0.11513 C -0.18767 -0.1098 -0.16875 -0.11861 -0.18177 -0.11096 C -0.18385 -0.1098 -0.18819 -0.10818 -0.18819 -0.10795 C -0.19236 -0.10401 -0.19548 -0.10239 -0.20069 -0.101 C -0.20434 -0.0966 -0.2085 -0.09637 -0.21232 -0.09127 C -0.2184 -0.08293 -0.21545 -0.08594 -0.22083 -0.08131 C -0.22448 -0.0739 -0.23038 -0.07019 -0.23437 -0.06324 C -0.24114 -0.05189 -0.23576 -0.05722 -0.24184 -0.05189 C -0.24739 -0.04077 -0.25208 -0.02688 -0.25451 -0.0139 C -0.25486 -0.01159 -0.25486 -0.00927 -0.25555 -0.00695 C -0.25607 -0.00533 -0.25712 -0.00441 -0.25764 -0.00278 C -0.2585 4.5703E-6 -0.25972 0.00579 -0.25972 0.00602 C -0.25746 0.01505 -0.25989 0.01413 -0.25555 0.01413 " pathEditMode="relative" rAng="0" ptsTypes="fffffffffffffffffffA">
                                      <p:cBhvr>
                                        <p:cTn id="24" dur="2000" fill="hold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25" y="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56127E-6 L 0.5316 -0.383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74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80" y="-1918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56127E-6 L 0.27952 -0.383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75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-1918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56127E-6 L 0.02743 -0.383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75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-1918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56127E-6 L -0.22448 -0.383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75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33" y="-191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90" grpId="0" animBg="1"/>
      <p:bldP spid="17491" grpId="0"/>
      <p:bldP spid="17501" grpId="0" animBg="1"/>
      <p:bldP spid="1750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FA2B41-BA6D-F0ED-0DD7-02990179A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FF299C4-7CE0-0ADD-2596-53C28BBED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BF32C324-5EEF-4D8B-1FC5-EF1A48A6A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44F9A1B-7925-0619-1212-9AC422F6C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0993244D-D2F1-43E2-5000-D66A29AF8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9EA54E26-CF05-3053-AD3B-5495DCEB7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3F04617C-A17D-6B5A-EFCC-476CB1C0E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D7DDAB1C-335B-D993-D359-F51B271D2CB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10C587CE-8D68-F17B-6B02-6E8E684A1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A7C99EB7-8D83-CF63-3AEF-120321BB7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5008BB43-615E-8F7B-5719-4EE8CCC42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A54D45E4-7442-C93F-396B-DAE3FD6EF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2CDA22EB-AB69-0D12-52C2-389B561A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ED5DB12C-8C6B-D2ED-3099-3CEEC9E1B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40F328EA-60D7-7EFD-7D05-0F6E95B4B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C9C3256C-CB28-85C9-497E-DB8146D30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032BC96C-DBD5-CCBE-223F-BA7C2AE45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1" name="Rectangle 19">
            <a:extLst>
              <a:ext uri="{FF2B5EF4-FFF2-40B4-BE49-F238E27FC236}">
                <a16:creationId xmlns:a16="http://schemas.microsoft.com/office/drawing/2014/main" id="{1EF0A61B-657F-8408-0335-146BE9BD2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31520EB6-A1FF-D420-BDD4-88C927E39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D8572A58-ED74-E49B-800D-4F57DAB7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CDD36C33-62A8-A97A-1830-736E230B2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70D0D9EC-CCD7-FAF5-E8FC-E9697744D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0BE07D71-6E54-5C34-8CE1-2861DB58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200A1F66-EC6C-9227-E1FE-C6DDEFEB4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8" name="Oval 26">
            <a:extLst>
              <a:ext uri="{FF2B5EF4-FFF2-40B4-BE49-F238E27FC236}">
                <a16:creationId xmlns:a16="http://schemas.microsoft.com/office/drawing/2014/main" id="{EB65D4CA-DB46-E7E7-98FA-5E34D31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59" name="Oval 27">
            <a:extLst>
              <a:ext uri="{FF2B5EF4-FFF2-40B4-BE49-F238E27FC236}">
                <a16:creationId xmlns:a16="http://schemas.microsoft.com/office/drawing/2014/main" id="{E555C8F4-409F-931E-990B-40F8FD982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0" name="Oval 28">
            <a:extLst>
              <a:ext uri="{FF2B5EF4-FFF2-40B4-BE49-F238E27FC236}">
                <a16:creationId xmlns:a16="http://schemas.microsoft.com/office/drawing/2014/main" id="{E978CACD-6786-B15B-0DE4-A9D5DCE0A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1" name="Oval 29">
            <a:extLst>
              <a:ext uri="{FF2B5EF4-FFF2-40B4-BE49-F238E27FC236}">
                <a16:creationId xmlns:a16="http://schemas.microsoft.com/office/drawing/2014/main" id="{185BBF40-6E00-419F-DBEF-C4C2AC259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2" name="Oval 30">
            <a:extLst>
              <a:ext uri="{FF2B5EF4-FFF2-40B4-BE49-F238E27FC236}">
                <a16:creationId xmlns:a16="http://schemas.microsoft.com/office/drawing/2014/main" id="{A7AE618D-8945-C58F-58AB-181424488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3" name="Oval 31">
            <a:extLst>
              <a:ext uri="{FF2B5EF4-FFF2-40B4-BE49-F238E27FC236}">
                <a16:creationId xmlns:a16="http://schemas.microsoft.com/office/drawing/2014/main" id="{2DAED26B-12CE-27E8-6376-78845C237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4" name="Oval 32">
            <a:extLst>
              <a:ext uri="{FF2B5EF4-FFF2-40B4-BE49-F238E27FC236}">
                <a16:creationId xmlns:a16="http://schemas.microsoft.com/office/drawing/2014/main" id="{9F182E79-D2EC-C048-1461-D4104E49C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5" name="Oval 33">
            <a:extLst>
              <a:ext uri="{FF2B5EF4-FFF2-40B4-BE49-F238E27FC236}">
                <a16:creationId xmlns:a16="http://schemas.microsoft.com/office/drawing/2014/main" id="{DC3076D3-65D3-229C-FF70-031A78A19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6" name="Oval 34">
            <a:extLst>
              <a:ext uri="{FF2B5EF4-FFF2-40B4-BE49-F238E27FC236}">
                <a16:creationId xmlns:a16="http://schemas.microsoft.com/office/drawing/2014/main" id="{34D5B3FC-1AD9-C78F-2DC2-D3FF8D32B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7" name="Oval 35">
            <a:extLst>
              <a:ext uri="{FF2B5EF4-FFF2-40B4-BE49-F238E27FC236}">
                <a16:creationId xmlns:a16="http://schemas.microsoft.com/office/drawing/2014/main" id="{3119CE92-5A18-8BB0-3A9D-143AD9D12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8" name="Oval 36">
            <a:extLst>
              <a:ext uri="{FF2B5EF4-FFF2-40B4-BE49-F238E27FC236}">
                <a16:creationId xmlns:a16="http://schemas.microsoft.com/office/drawing/2014/main" id="{710E5FFE-2545-91C7-1E73-A90175F01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69" name="Oval 37">
            <a:extLst>
              <a:ext uri="{FF2B5EF4-FFF2-40B4-BE49-F238E27FC236}">
                <a16:creationId xmlns:a16="http://schemas.microsoft.com/office/drawing/2014/main" id="{F82EE337-5AD3-CFBD-E66A-6D7FD9676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0" name="Rectangle 38">
            <a:extLst>
              <a:ext uri="{FF2B5EF4-FFF2-40B4-BE49-F238E27FC236}">
                <a16:creationId xmlns:a16="http://schemas.microsoft.com/office/drawing/2014/main" id="{A6E06B20-F45B-2E6E-B810-C38CD7451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1" name="Rectangle 39">
            <a:extLst>
              <a:ext uri="{FF2B5EF4-FFF2-40B4-BE49-F238E27FC236}">
                <a16:creationId xmlns:a16="http://schemas.microsoft.com/office/drawing/2014/main" id="{4374BCA3-39CE-DA7B-BB92-5F9E72A6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2" name="Rectangle 40">
            <a:extLst>
              <a:ext uri="{FF2B5EF4-FFF2-40B4-BE49-F238E27FC236}">
                <a16:creationId xmlns:a16="http://schemas.microsoft.com/office/drawing/2014/main" id="{26401A62-E723-7E16-696B-EDCAE592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3" name="Rectangle 41">
            <a:extLst>
              <a:ext uri="{FF2B5EF4-FFF2-40B4-BE49-F238E27FC236}">
                <a16:creationId xmlns:a16="http://schemas.microsoft.com/office/drawing/2014/main" id="{7986A4C2-EC20-F784-FFB7-D2180BFF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4" name="Rectangle 42">
            <a:extLst>
              <a:ext uri="{FF2B5EF4-FFF2-40B4-BE49-F238E27FC236}">
                <a16:creationId xmlns:a16="http://schemas.microsoft.com/office/drawing/2014/main" id="{135E687F-F2FE-D529-E5F1-F9D89EA44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5" name="Rectangle 43">
            <a:extLst>
              <a:ext uri="{FF2B5EF4-FFF2-40B4-BE49-F238E27FC236}">
                <a16:creationId xmlns:a16="http://schemas.microsoft.com/office/drawing/2014/main" id="{80450D33-CEDD-27BA-3586-D5B2EF3EA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6" name="Rectangle 44">
            <a:extLst>
              <a:ext uri="{FF2B5EF4-FFF2-40B4-BE49-F238E27FC236}">
                <a16:creationId xmlns:a16="http://schemas.microsoft.com/office/drawing/2014/main" id="{EE536E4E-CA15-E042-1C8A-B8750CE03AE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7" name="Rectangle 45">
            <a:extLst>
              <a:ext uri="{FF2B5EF4-FFF2-40B4-BE49-F238E27FC236}">
                <a16:creationId xmlns:a16="http://schemas.microsoft.com/office/drawing/2014/main" id="{AC587F61-E2BB-DE95-1B78-1B8F46E2308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78" name="Text Box 46">
            <a:extLst>
              <a:ext uri="{FF2B5EF4-FFF2-40B4-BE49-F238E27FC236}">
                <a16:creationId xmlns:a16="http://schemas.microsoft.com/office/drawing/2014/main" id="{184CA09A-E342-22DC-A450-3ED2B8AB1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8479" name="Text Box 47">
            <a:extLst>
              <a:ext uri="{FF2B5EF4-FFF2-40B4-BE49-F238E27FC236}">
                <a16:creationId xmlns:a16="http://schemas.microsoft.com/office/drawing/2014/main" id="{04F8F44A-DDA7-EA2F-1D0B-732DB6DC7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8480" name="Text Box 48">
            <a:extLst>
              <a:ext uri="{FF2B5EF4-FFF2-40B4-BE49-F238E27FC236}">
                <a16:creationId xmlns:a16="http://schemas.microsoft.com/office/drawing/2014/main" id="{1527F004-C291-95E0-F965-98BF2A941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8481" name="Text Box 49">
            <a:extLst>
              <a:ext uri="{FF2B5EF4-FFF2-40B4-BE49-F238E27FC236}">
                <a16:creationId xmlns:a16="http://schemas.microsoft.com/office/drawing/2014/main" id="{01EEDD43-3873-8788-97CA-C589CF6B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18482" name="AutoShape 50">
            <a:extLst>
              <a:ext uri="{FF2B5EF4-FFF2-40B4-BE49-F238E27FC236}">
                <a16:creationId xmlns:a16="http://schemas.microsoft.com/office/drawing/2014/main" id="{56F7ED89-6634-09A4-11C8-1ED1811D9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35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3" name="AutoShape 51">
            <a:extLst>
              <a:ext uri="{FF2B5EF4-FFF2-40B4-BE49-F238E27FC236}">
                <a16:creationId xmlns:a16="http://schemas.microsoft.com/office/drawing/2014/main" id="{80E865B2-47F8-C726-C0EE-A588FD06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4" name="AutoShape 52">
            <a:extLst>
              <a:ext uri="{FF2B5EF4-FFF2-40B4-BE49-F238E27FC236}">
                <a16:creationId xmlns:a16="http://schemas.microsoft.com/office/drawing/2014/main" id="{88AAD7DD-FE4A-27C0-284D-375086E44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5" name="AutoShape 53">
            <a:extLst>
              <a:ext uri="{FF2B5EF4-FFF2-40B4-BE49-F238E27FC236}">
                <a16:creationId xmlns:a16="http://schemas.microsoft.com/office/drawing/2014/main" id="{B70DAF7C-1728-491F-B464-C2DE5466A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6" name="AutoShape 54">
            <a:extLst>
              <a:ext uri="{FF2B5EF4-FFF2-40B4-BE49-F238E27FC236}">
                <a16:creationId xmlns:a16="http://schemas.microsoft.com/office/drawing/2014/main" id="{B558A410-C81F-D11A-C57B-D22D7A8A97C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7" name="AutoShape 55">
            <a:extLst>
              <a:ext uri="{FF2B5EF4-FFF2-40B4-BE49-F238E27FC236}">
                <a16:creationId xmlns:a16="http://schemas.microsoft.com/office/drawing/2014/main" id="{B132657C-D159-A8A4-91A8-1C1D31A35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8" name="AutoShape 56">
            <a:extLst>
              <a:ext uri="{FF2B5EF4-FFF2-40B4-BE49-F238E27FC236}">
                <a16:creationId xmlns:a16="http://schemas.microsoft.com/office/drawing/2014/main" id="{C9AC25D3-57FF-6FCE-C0B1-F51D9D1DE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89" name="AutoShape 57">
            <a:extLst>
              <a:ext uri="{FF2B5EF4-FFF2-40B4-BE49-F238E27FC236}">
                <a16:creationId xmlns:a16="http://schemas.microsoft.com/office/drawing/2014/main" id="{96C00BF8-9345-700A-EDFC-93C88E4DF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90" name="AutoShape 58">
            <a:extLst>
              <a:ext uri="{FF2B5EF4-FFF2-40B4-BE49-F238E27FC236}">
                <a16:creationId xmlns:a16="http://schemas.microsoft.com/office/drawing/2014/main" id="{A394DF09-444E-B912-41B7-1A95EBBE5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91" name="AutoShape 59">
            <a:extLst>
              <a:ext uri="{FF2B5EF4-FFF2-40B4-BE49-F238E27FC236}">
                <a16:creationId xmlns:a16="http://schemas.microsoft.com/office/drawing/2014/main" id="{26DABC51-6299-94A1-624D-494A82CF6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92" name="AutoShape 60">
            <a:extLst>
              <a:ext uri="{FF2B5EF4-FFF2-40B4-BE49-F238E27FC236}">
                <a16:creationId xmlns:a16="http://schemas.microsoft.com/office/drawing/2014/main" id="{F8ABEB6A-46E9-A037-DE63-A22BA1862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493" name="AutoShape 61">
            <a:extLst>
              <a:ext uri="{FF2B5EF4-FFF2-40B4-BE49-F238E27FC236}">
                <a16:creationId xmlns:a16="http://schemas.microsoft.com/office/drawing/2014/main" id="{CA00D011-999C-56C3-424B-B64E70EA229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18494" name="Group 62">
            <a:extLst>
              <a:ext uri="{FF2B5EF4-FFF2-40B4-BE49-F238E27FC236}">
                <a16:creationId xmlns:a16="http://schemas.microsoft.com/office/drawing/2014/main" id="{9E5CB3F4-8482-EF19-9D49-FA1BC72E4B58}"/>
              </a:ext>
            </a:extLst>
          </p:cNvPr>
          <p:cNvGrpSpPr>
            <a:grpSpLocks/>
          </p:cNvGrpSpPr>
          <p:nvPr/>
        </p:nvGrpSpPr>
        <p:grpSpPr bwMode="auto">
          <a:xfrm>
            <a:off x="3205163" y="2636838"/>
            <a:ext cx="287337" cy="215900"/>
            <a:chOff x="975" y="3203"/>
            <a:chExt cx="181" cy="136"/>
          </a:xfrm>
        </p:grpSpPr>
        <p:sp>
          <p:nvSpPr>
            <p:cNvPr id="18495" name="Rectangle 63">
              <a:extLst>
                <a:ext uri="{FF2B5EF4-FFF2-40B4-BE49-F238E27FC236}">
                  <a16:creationId xmlns:a16="http://schemas.microsoft.com/office/drawing/2014/main" id="{B18E541F-E625-3057-AA35-65D97CECE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8496" name="Line 64">
              <a:extLst>
                <a:ext uri="{FF2B5EF4-FFF2-40B4-BE49-F238E27FC236}">
                  <a16:creationId xmlns:a16="http://schemas.microsoft.com/office/drawing/2014/main" id="{5918828A-170B-92F2-5B90-0770F7835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8497" name="Line 65">
              <a:extLst>
                <a:ext uri="{FF2B5EF4-FFF2-40B4-BE49-F238E27FC236}">
                  <a16:creationId xmlns:a16="http://schemas.microsoft.com/office/drawing/2014/main" id="{878E947D-21D3-4590-17B7-7F7B1C4E4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8498" name="Group 66">
            <a:extLst>
              <a:ext uri="{FF2B5EF4-FFF2-40B4-BE49-F238E27FC236}">
                <a16:creationId xmlns:a16="http://schemas.microsoft.com/office/drawing/2014/main" id="{7037222B-DC76-21B8-92DF-8A6E07F763B6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636838"/>
            <a:ext cx="287337" cy="215900"/>
            <a:chOff x="975" y="3203"/>
            <a:chExt cx="181" cy="136"/>
          </a:xfrm>
        </p:grpSpPr>
        <p:sp>
          <p:nvSpPr>
            <p:cNvPr id="18499" name="Rectangle 67">
              <a:extLst>
                <a:ext uri="{FF2B5EF4-FFF2-40B4-BE49-F238E27FC236}">
                  <a16:creationId xmlns:a16="http://schemas.microsoft.com/office/drawing/2014/main" id="{5E0801B6-883B-01AF-F8FA-633A4B3B5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8500" name="Line 68">
              <a:extLst>
                <a:ext uri="{FF2B5EF4-FFF2-40B4-BE49-F238E27FC236}">
                  <a16:creationId xmlns:a16="http://schemas.microsoft.com/office/drawing/2014/main" id="{5343DD9C-DA35-42E7-60E9-54198B502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8501" name="Line 69">
              <a:extLst>
                <a:ext uri="{FF2B5EF4-FFF2-40B4-BE49-F238E27FC236}">
                  <a16:creationId xmlns:a16="http://schemas.microsoft.com/office/drawing/2014/main" id="{CCA9A408-28B6-AAE2-74ED-BA3D78029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8502" name="Group 70">
            <a:extLst>
              <a:ext uri="{FF2B5EF4-FFF2-40B4-BE49-F238E27FC236}">
                <a16:creationId xmlns:a16="http://schemas.microsoft.com/office/drawing/2014/main" id="{F31CD01B-D350-AC9E-499E-74514DE48313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636838"/>
            <a:ext cx="287338" cy="215900"/>
            <a:chOff x="975" y="3203"/>
            <a:chExt cx="181" cy="136"/>
          </a:xfrm>
        </p:grpSpPr>
        <p:sp>
          <p:nvSpPr>
            <p:cNvPr id="18503" name="Rectangle 71">
              <a:extLst>
                <a:ext uri="{FF2B5EF4-FFF2-40B4-BE49-F238E27FC236}">
                  <a16:creationId xmlns:a16="http://schemas.microsoft.com/office/drawing/2014/main" id="{7F69FF41-B9CE-46ED-A269-12184017B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8504" name="Line 72">
              <a:extLst>
                <a:ext uri="{FF2B5EF4-FFF2-40B4-BE49-F238E27FC236}">
                  <a16:creationId xmlns:a16="http://schemas.microsoft.com/office/drawing/2014/main" id="{0FE90A18-6CD6-0F72-C477-4A30F48BF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8505" name="Line 73">
              <a:extLst>
                <a:ext uri="{FF2B5EF4-FFF2-40B4-BE49-F238E27FC236}">
                  <a16:creationId xmlns:a16="http://schemas.microsoft.com/office/drawing/2014/main" id="{D6F18EBD-9841-2F9F-433B-54090A0F5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18506" name="Group 74">
            <a:extLst>
              <a:ext uri="{FF2B5EF4-FFF2-40B4-BE49-F238E27FC236}">
                <a16:creationId xmlns:a16="http://schemas.microsoft.com/office/drawing/2014/main" id="{02CD3DCF-896D-88B2-4247-F2657AB5F2D9}"/>
              </a:ext>
            </a:extLst>
          </p:cNvPr>
          <p:cNvGrpSpPr>
            <a:grpSpLocks/>
          </p:cNvGrpSpPr>
          <p:nvPr/>
        </p:nvGrpSpPr>
        <p:grpSpPr bwMode="auto">
          <a:xfrm>
            <a:off x="7813675" y="2636838"/>
            <a:ext cx="287338" cy="215900"/>
            <a:chOff x="975" y="3203"/>
            <a:chExt cx="181" cy="136"/>
          </a:xfrm>
        </p:grpSpPr>
        <p:sp>
          <p:nvSpPr>
            <p:cNvPr id="18507" name="Rectangle 75">
              <a:extLst>
                <a:ext uri="{FF2B5EF4-FFF2-40B4-BE49-F238E27FC236}">
                  <a16:creationId xmlns:a16="http://schemas.microsoft.com/office/drawing/2014/main" id="{AB420E19-DE52-C827-695D-DDE92ED30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8508" name="Line 76">
              <a:extLst>
                <a:ext uri="{FF2B5EF4-FFF2-40B4-BE49-F238E27FC236}">
                  <a16:creationId xmlns:a16="http://schemas.microsoft.com/office/drawing/2014/main" id="{43E7AB11-1387-F200-F4E7-44FC9FC4B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8509" name="Line 77">
              <a:extLst>
                <a:ext uri="{FF2B5EF4-FFF2-40B4-BE49-F238E27FC236}">
                  <a16:creationId xmlns:a16="http://schemas.microsoft.com/office/drawing/2014/main" id="{1C7CF8D1-9134-9C97-3AFF-69A384BD1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8510" name="Rectangle 78">
            <a:extLst>
              <a:ext uri="{FF2B5EF4-FFF2-40B4-BE49-F238E27FC236}">
                <a16:creationId xmlns:a16="http://schemas.microsoft.com/office/drawing/2014/main" id="{5CE4F179-F9DE-41E0-D66D-CD01C2E66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nb-NO"/>
              <a:t>Between weeks: logistics!</a:t>
            </a:r>
          </a:p>
        </p:txBody>
      </p:sp>
      <p:grpSp>
        <p:nvGrpSpPr>
          <p:cNvPr id="18511" name="Group 79">
            <a:extLst>
              <a:ext uri="{FF2B5EF4-FFF2-40B4-BE49-F238E27FC236}">
                <a16:creationId xmlns:a16="http://schemas.microsoft.com/office/drawing/2014/main" id="{4B84C30E-C899-5A5B-AAB2-CE063670732C}"/>
              </a:ext>
            </a:extLst>
          </p:cNvPr>
          <p:cNvGrpSpPr>
            <a:grpSpLocks/>
          </p:cNvGrpSpPr>
          <p:nvPr/>
        </p:nvGrpSpPr>
        <p:grpSpPr bwMode="auto">
          <a:xfrm>
            <a:off x="9324975" y="2636838"/>
            <a:ext cx="287338" cy="215900"/>
            <a:chOff x="975" y="3203"/>
            <a:chExt cx="181" cy="136"/>
          </a:xfrm>
        </p:grpSpPr>
        <p:sp>
          <p:nvSpPr>
            <p:cNvPr id="18512" name="Rectangle 80">
              <a:extLst>
                <a:ext uri="{FF2B5EF4-FFF2-40B4-BE49-F238E27FC236}">
                  <a16:creationId xmlns:a16="http://schemas.microsoft.com/office/drawing/2014/main" id="{AACD8481-651A-766F-5910-772CEF3A2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18513" name="Line 81">
              <a:extLst>
                <a:ext uri="{FF2B5EF4-FFF2-40B4-BE49-F238E27FC236}">
                  <a16:creationId xmlns:a16="http://schemas.microsoft.com/office/drawing/2014/main" id="{E105373C-D415-3D6E-5E8D-09C93D772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18514" name="Line 82">
              <a:extLst>
                <a:ext uri="{FF2B5EF4-FFF2-40B4-BE49-F238E27FC236}">
                  <a16:creationId xmlns:a16="http://schemas.microsoft.com/office/drawing/2014/main" id="{AE9DF32C-42FB-0318-EC66-B479F42E6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8516" name="Rectangle 84">
            <a:extLst>
              <a:ext uri="{FF2B5EF4-FFF2-40B4-BE49-F238E27FC236}">
                <a16:creationId xmlns:a16="http://schemas.microsoft.com/office/drawing/2014/main" id="{1AE0A864-7D99-8022-37AA-4FF974724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89138"/>
            <a:ext cx="576263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18515" name="AutoShape 83">
            <a:extLst>
              <a:ext uri="{FF2B5EF4-FFF2-40B4-BE49-F238E27FC236}">
                <a16:creationId xmlns:a16="http://schemas.microsoft.com/office/drawing/2014/main" id="{E6522A7D-F1CA-72A1-16B3-FD5445E56B5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2788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86843E-7 L -0.17326 3.86843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5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86843E-7 L -0.17327 3.86843E-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5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86843E-7 L -0.17327 3.86843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86843E-7 L -0.07083 -0.0576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-289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86843E-7 L -0.08664 0.0053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85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0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8" dur="2000" fill="hold"/>
                                        <p:tgtEl>
                                          <p:spTgt spid="18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98981E-6 L 0.07083 0.031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8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157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65138E-6 L 0.07101 0.0630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8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315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65138E-6 L 0.07101 0.0630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8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315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65138E-6 L 0.07101 0.0630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8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31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3 -4.65138E-6 L 0.03177 -4.65138E-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8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3 -4.65138E-6 L 0.0316 -4.65138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84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2 -4.65138E-6 L 0.03142 -4.65138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84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7.45888E-7 L 8.33333E-7 0.0419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8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6.69446E-7 L 8.33333E-7 0.0838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8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3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36901E-6 L 0.07084 -0.0630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8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315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36901E-6 L 0.06302 -0.0630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8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-315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E-6 -1.36901E-6 L 0.06303 -0.0630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8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2" y="-315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36901E-6 L 0.25 -1.36901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8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79473C8-C45F-A480-F9A5-5DDDB41AF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Factory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8BDF57C-151C-E83F-6031-F8F1BE109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492375"/>
            <a:ext cx="1296987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Distributor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99412B34-440B-675D-C6A7-865DD3C7F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Wholesaler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CFBA351-0DD5-98D9-3A89-A0FE01D6C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492375"/>
            <a:ext cx="1296988" cy="1225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de-DE" altLang="nb-NO"/>
              <a:t>Retailer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F6181FD5-CD3C-1848-5060-B9D71871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126AE788-2EEE-CE3F-FD73-A392A2BA1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852738"/>
            <a:ext cx="719137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87D53E3C-CA1A-70D7-9643-7371B261D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852738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F47788F4-888E-B8CA-7D9C-4997D1E075E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513" y="2924175"/>
            <a:ext cx="719138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428484FF-F66A-23AE-C7BD-B1F2F595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88F6F1B7-304C-90EC-5347-D0753069B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2565400"/>
            <a:ext cx="431800" cy="287338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B5D2CD91-804D-0A46-3B70-BDEDC33A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650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D8D55E77-8ECA-0262-1524-1F443801F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357563"/>
            <a:ext cx="431800" cy="287337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2C164464-4AF6-D793-7D08-9D580239C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9487D43F-85D2-1191-1B96-03A82532F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565400"/>
            <a:ext cx="431800" cy="2873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58D28EE1-AE5A-1DD1-A8F7-DD42C8370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88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7FD90856-BD31-94D3-F346-DEFC62CA0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357563"/>
            <a:ext cx="431800" cy="287337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FEE5FA10-1868-D913-58CC-53086BF77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E6AE7C88-6E4C-7DCB-965C-EE397D673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431800" cy="2873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14771348-7322-9E1C-1965-F3FC31C2B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5" name="Rectangle 21">
            <a:extLst>
              <a:ext uri="{FF2B5EF4-FFF2-40B4-BE49-F238E27FC236}">
                <a16:creationId xmlns:a16="http://schemas.microsoft.com/office/drawing/2014/main" id="{8497F766-72F9-D604-FFB7-A65A4202B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357563"/>
            <a:ext cx="431800" cy="287337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6" name="Rectangle 22">
            <a:extLst>
              <a:ext uri="{FF2B5EF4-FFF2-40B4-BE49-F238E27FC236}">
                <a16:creationId xmlns:a16="http://schemas.microsoft.com/office/drawing/2014/main" id="{BD2CD703-5BBF-25D2-F344-76539E2A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0604DE25-17D4-852D-847A-9DC77501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65400"/>
            <a:ext cx="431800" cy="287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005A59AD-C206-C9AC-46BF-A8F6F2CDD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E77AAB6D-2DB2-C7C4-CF72-BC8C1684B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357563"/>
            <a:ext cx="431800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0" name="Oval 26">
            <a:extLst>
              <a:ext uri="{FF2B5EF4-FFF2-40B4-BE49-F238E27FC236}">
                <a16:creationId xmlns:a16="http://schemas.microsoft.com/office/drawing/2014/main" id="{0020922D-9431-901A-3A75-DB3C41B1B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1" name="Oval 27">
            <a:extLst>
              <a:ext uri="{FF2B5EF4-FFF2-40B4-BE49-F238E27FC236}">
                <a16:creationId xmlns:a16="http://schemas.microsoft.com/office/drawing/2014/main" id="{6EB85292-4C0B-FEE1-CB74-55524342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2" name="Oval 28">
            <a:extLst>
              <a:ext uri="{FF2B5EF4-FFF2-40B4-BE49-F238E27FC236}">
                <a16:creationId xmlns:a16="http://schemas.microsoft.com/office/drawing/2014/main" id="{90156723-22A7-0534-F51D-5594D4783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3" name="Oval 29">
            <a:extLst>
              <a:ext uri="{FF2B5EF4-FFF2-40B4-BE49-F238E27FC236}">
                <a16:creationId xmlns:a16="http://schemas.microsoft.com/office/drawing/2014/main" id="{6B057EDA-CEA6-8B5E-1E7A-9A5DDB33D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4" name="Oval 30">
            <a:extLst>
              <a:ext uri="{FF2B5EF4-FFF2-40B4-BE49-F238E27FC236}">
                <a16:creationId xmlns:a16="http://schemas.microsoft.com/office/drawing/2014/main" id="{1EAB3F1F-F21C-6BD2-4C56-1136405B5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5" name="Oval 31">
            <a:extLst>
              <a:ext uri="{FF2B5EF4-FFF2-40B4-BE49-F238E27FC236}">
                <a16:creationId xmlns:a16="http://schemas.microsoft.com/office/drawing/2014/main" id="{DAF4B6D0-916B-8D01-FD9C-C7AA30AC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3789363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6" name="Oval 32">
            <a:extLst>
              <a:ext uri="{FF2B5EF4-FFF2-40B4-BE49-F238E27FC236}">
                <a16:creationId xmlns:a16="http://schemas.microsoft.com/office/drawing/2014/main" id="{C6910046-4C40-EE1C-F172-4217301B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7" name="Oval 33">
            <a:extLst>
              <a:ext uri="{FF2B5EF4-FFF2-40B4-BE49-F238E27FC236}">
                <a16:creationId xmlns:a16="http://schemas.microsoft.com/office/drawing/2014/main" id="{D60002CA-0C43-AEB4-DA17-0322AE99E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9788" y="3789363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8" name="Oval 34">
            <a:extLst>
              <a:ext uri="{FF2B5EF4-FFF2-40B4-BE49-F238E27FC236}">
                <a16:creationId xmlns:a16="http://schemas.microsoft.com/office/drawing/2014/main" id="{F33C3426-4C06-E8C6-DC66-3243C6743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39" name="Oval 35">
            <a:extLst>
              <a:ext uri="{FF2B5EF4-FFF2-40B4-BE49-F238E27FC236}">
                <a16:creationId xmlns:a16="http://schemas.microsoft.com/office/drawing/2014/main" id="{CF3CF105-77C4-50F5-1379-81BCE064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2060575"/>
            <a:ext cx="360362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0" name="Oval 36">
            <a:extLst>
              <a:ext uri="{FF2B5EF4-FFF2-40B4-BE49-F238E27FC236}">
                <a16:creationId xmlns:a16="http://schemas.microsoft.com/office/drawing/2014/main" id="{E0ABD971-FB08-3D25-7E49-AD2C92C07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1" name="Oval 37">
            <a:extLst>
              <a:ext uri="{FF2B5EF4-FFF2-40B4-BE49-F238E27FC236}">
                <a16:creationId xmlns:a16="http://schemas.microsoft.com/office/drawing/2014/main" id="{0280941E-4014-E5DE-B733-B401A0FCA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060575"/>
            <a:ext cx="360363" cy="358775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5E0CC51E-7F4E-D732-9A8E-909096F09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3" name="Rectangle 39">
            <a:extLst>
              <a:ext uri="{FF2B5EF4-FFF2-40B4-BE49-F238E27FC236}">
                <a16:creationId xmlns:a16="http://schemas.microsoft.com/office/drawing/2014/main" id="{EE077FC9-9971-8579-91A3-8838EEC9A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4" name="Rectangle 40">
            <a:extLst>
              <a:ext uri="{FF2B5EF4-FFF2-40B4-BE49-F238E27FC236}">
                <a16:creationId xmlns:a16="http://schemas.microsoft.com/office/drawing/2014/main" id="{A5C6423B-ADA8-AF1F-4E32-3116724B7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8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5" name="Rectangle 41">
            <a:extLst>
              <a:ext uri="{FF2B5EF4-FFF2-40B4-BE49-F238E27FC236}">
                <a16:creationId xmlns:a16="http://schemas.microsoft.com/office/drawing/2014/main" id="{31E232A6-C934-AE53-B42F-C973CD2D5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6" name="Rectangle 42">
            <a:extLst>
              <a:ext uri="{FF2B5EF4-FFF2-40B4-BE49-F238E27FC236}">
                <a16:creationId xmlns:a16="http://schemas.microsoft.com/office/drawing/2014/main" id="{3ED8636D-CC39-4EA9-B5AF-1D4EE1687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7" name="Rectangle 43">
            <a:extLst>
              <a:ext uri="{FF2B5EF4-FFF2-40B4-BE49-F238E27FC236}">
                <a16:creationId xmlns:a16="http://schemas.microsoft.com/office/drawing/2014/main" id="{F759BF22-EFDA-0498-1E19-BA0960B1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2417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8" name="Rectangle 44">
            <a:extLst>
              <a:ext uri="{FF2B5EF4-FFF2-40B4-BE49-F238E27FC236}">
                <a16:creationId xmlns:a16="http://schemas.microsoft.com/office/drawing/2014/main" id="{2E644AA2-7B97-8326-A5AE-C0D43EEA7D5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3176587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7AB3EBF5-2D9F-2C35-4034-FA3BCCC4A3C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87338" y="2816225"/>
            <a:ext cx="215900" cy="2889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0" name="Text Box 46">
            <a:extLst>
              <a:ext uri="{FF2B5EF4-FFF2-40B4-BE49-F238E27FC236}">
                <a16:creationId xmlns:a16="http://schemas.microsoft.com/office/drawing/2014/main" id="{B67667E3-7BF4-74B6-1DE5-69BC56AB8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21551" name="Text Box 47">
            <a:extLst>
              <a:ext uri="{FF2B5EF4-FFF2-40B4-BE49-F238E27FC236}">
                <a16:creationId xmlns:a16="http://schemas.microsoft.com/office/drawing/2014/main" id="{E2894A74-8849-B11C-2C11-E8DCE29B7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21552" name="Text Box 48">
            <a:extLst>
              <a:ext uri="{FF2B5EF4-FFF2-40B4-BE49-F238E27FC236}">
                <a16:creationId xmlns:a16="http://schemas.microsoft.com/office/drawing/2014/main" id="{B76FE8FA-8257-AF38-8D07-9FE625C15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565400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21553" name="Text Box 49">
            <a:extLst>
              <a:ext uri="{FF2B5EF4-FFF2-40B4-BE49-F238E27FC236}">
                <a16:creationId xmlns:a16="http://schemas.microsoft.com/office/drawing/2014/main" id="{8A5D2238-441C-2676-FC2F-FFD5B2F08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492375"/>
            <a:ext cx="5715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nb-NO" sz="1200"/>
              <a:t>Delay</a:t>
            </a:r>
          </a:p>
        </p:txBody>
      </p:sp>
      <p:sp>
        <p:nvSpPr>
          <p:cNvPr id="21554" name="AutoShape 50">
            <a:extLst>
              <a:ext uri="{FF2B5EF4-FFF2-40B4-BE49-F238E27FC236}">
                <a16:creationId xmlns:a16="http://schemas.microsoft.com/office/drawing/2014/main" id="{058DDF36-AE47-717D-4F23-C690DB2FE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5" name="AutoShape 51">
            <a:extLst>
              <a:ext uri="{FF2B5EF4-FFF2-40B4-BE49-F238E27FC236}">
                <a16:creationId xmlns:a16="http://schemas.microsoft.com/office/drawing/2014/main" id="{5A51BA58-CE24-69C2-03AB-71D8E26F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6" name="AutoShape 52">
            <a:extLst>
              <a:ext uri="{FF2B5EF4-FFF2-40B4-BE49-F238E27FC236}">
                <a16:creationId xmlns:a16="http://schemas.microsoft.com/office/drawing/2014/main" id="{0EACE3F2-4DD6-7E5E-A818-E13682937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4290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7" name="AutoShape 53">
            <a:extLst>
              <a:ext uri="{FF2B5EF4-FFF2-40B4-BE49-F238E27FC236}">
                <a16:creationId xmlns:a16="http://schemas.microsoft.com/office/drawing/2014/main" id="{940DE95C-253A-9F7F-152F-E7EF84AFD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4290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8" name="AutoShape 54">
            <a:extLst>
              <a:ext uri="{FF2B5EF4-FFF2-40B4-BE49-F238E27FC236}">
                <a16:creationId xmlns:a16="http://schemas.microsoft.com/office/drawing/2014/main" id="{54535588-89BD-76A5-67B4-AAA9AD507CA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2926556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59" name="AutoShape 55">
            <a:extLst>
              <a:ext uri="{FF2B5EF4-FFF2-40B4-BE49-F238E27FC236}">
                <a16:creationId xmlns:a16="http://schemas.microsoft.com/office/drawing/2014/main" id="{000B342F-F07B-4C57-1245-D949181BC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0" name="AutoShape 56">
            <a:extLst>
              <a:ext uri="{FF2B5EF4-FFF2-40B4-BE49-F238E27FC236}">
                <a16:creationId xmlns:a16="http://schemas.microsoft.com/office/drawing/2014/main" id="{19E69FB6-DB44-302B-8D02-3A38D0C3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1" name="AutoShape 57">
            <a:extLst>
              <a:ext uri="{FF2B5EF4-FFF2-40B4-BE49-F238E27FC236}">
                <a16:creationId xmlns:a16="http://schemas.microsoft.com/office/drawing/2014/main" id="{958E6177-B12A-0513-98AF-7CE4FA37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2" name="AutoShape 58">
            <a:extLst>
              <a:ext uri="{FF2B5EF4-FFF2-40B4-BE49-F238E27FC236}">
                <a16:creationId xmlns:a16="http://schemas.microsoft.com/office/drawing/2014/main" id="{29D45C36-67DC-CB2A-9E6D-FF7F9B005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3" name="AutoShape 59">
            <a:extLst>
              <a:ext uri="{FF2B5EF4-FFF2-40B4-BE49-F238E27FC236}">
                <a16:creationId xmlns:a16="http://schemas.microsoft.com/office/drawing/2014/main" id="{30401F58-DE32-D4F6-9055-74D180FFA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2997200"/>
            <a:ext cx="287338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4" name="AutoShape 60">
            <a:extLst>
              <a:ext uri="{FF2B5EF4-FFF2-40B4-BE49-F238E27FC236}">
                <a16:creationId xmlns:a16="http://schemas.microsoft.com/office/drawing/2014/main" id="{E994DCB4-0420-694A-C4A4-C935DB2EF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997200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sp>
        <p:nvSpPr>
          <p:cNvPr id="21565" name="AutoShape 61">
            <a:extLst>
              <a:ext uri="{FF2B5EF4-FFF2-40B4-BE49-F238E27FC236}">
                <a16:creationId xmlns:a16="http://schemas.microsoft.com/office/drawing/2014/main" id="{1D01890D-C239-1EDB-5DBC-022D79CA8E2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51619" y="3213894"/>
            <a:ext cx="287337" cy="142875"/>
          </a:xfrm>
          <a:prstGeom prst="cube">
            <a:avLst>
              <a:gd name="adj" fmla="val 2500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b-NO"/>
          </a:p>
        </p:txBody>
      </p:sp>
      <p:grpSp>
        <p:nvGrpSpPr>
          <p:cNvPr id="21566" name="Group 62">
            <a:extLst>
              <a:ext uri="{FF2B5EF4-FFF2-40B4-BE49-F238E27FC236}">
                <a16:creationId xmlns:a16="http://schemas.microsoft.com/office/drawing/2014/main" id="{212748D8-EB10-5376-2D14-2CB003DE3B8E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2636838"/>
            <a:ext cx="287338" cy="215900"/>
            <a:chOff x="975" y="3203"/>
            <a:chExt cx="181" cy="136"/>
          </a:xfrm>
        </p:grpSpPr>
        <p:sp>
          <p:nvSpPr>
            <p:cNvPr id="21567" name="Rectangle 63">
              <a:extLst>
                <a:ext uri="{FF2B5EF4-FFF2-40B4-BE49-F238E27FC236}">
                  <a16:creationId xmlns:a16="http://schemas.microsoft.com/office/drawing/2014/main" id="{95CA7BB4-9CB6-BAD5-D95A-7979F67A1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21568" name="Line 64">
              <a:extLst>
                <a:ext uri="{FF2B5EF4-FFF2-40B4-BE49-F238E27FC236}">
                  <a16:creationId xmlns:a16="http://schemas.microsoft.com/office/drawing/2014/main" id="{4DD1F267-5951-7B25-ED8F-328BB4E1E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21569" name="Line 65">
              <a:extLst>
                <a:ext uri="{FF2B5EF4-FFF2-40B4-BE49-F238E27FC236}">
                  <a16:creationId xmlns:a16="http://schemas.microsoft.com/office/drawing/2014/main" id="{2E36DE05-C834-0E28-14DA-41B7D38E9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1570" name="Group 66">
            <a:extLst>
              <a:ext uri="{FF2B5EF4-FFF2-40B4-BE49-F238E27FC236}">
                <a16:creationId xmlns:a16="http://schemas.microsoft.com/office/drawing/2014/main" id="{F0753E64-2B91-7725-B8FF-C6377DD966AB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636838"/>
            <a:ext cx="287338" cy="215900"/>
            <a:chOff x="975" y="3203"/>
            <a:chExt cx="181" cy="136"/>
          </a:xfrm>
        </p:grpSpPr>
        <p:sp>
          <p:nvSpPr>
            <p:cNvPr id="21571" name="Rectangle 67">
              <a:extLst>
                <a:ext uri="{FF2B5EF4-FFF2-40B4-BE49-F238E27FC236}">
                  <a16:creationId xmlns:a16="http://schemas.microsoft.com/office/drawing/2014/main" id="{FE889FC2-0664-CC11-0E07-964AB086A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21572" name="Line 68">
              <a:extLst>
                <a:ext uri="{FF2B5EF4-FFF2-40B4-BE49-F238E27FC236}">
                  <a16:creationId xmlns:a16="http://schemas.microsoft.com/office/drawing/2014/main" id="{6B714A15-442B-D0B8-670B-D60A18781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21573" name="Line 69">
              <a:extLst>
                <a:ext uri="{FF2B5EF4-FFF2-40B4-BE49-F238E27FC236}">
                  <a16:creationId xmlns:a16="http://schemas.microsoft.com/office/drawing/2014/main" id="{37D7CF07-1FFE-4284-6EED-C473C551B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1574" name="Group 70">
            <a:extLst>
              <a:ext uri="{FF2B5EF4-FFF2-40B4-BE49-F238E27FC236}">
                <a16:creationId xmlns:a16="http://schemas.microsoft.com/office/drawing/2014/main" id="{012BE3A3-D739-FAF3-8C2F-AE7720763C0E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636838"/>
            <a:ext cx="287337" cy="215900"/>
            <a:chOff x="975" y="3203"/>
            <a:chExt cx="181" cy="136"/>
          </a:xfrm>
        </p:grpSpPr>
        <p:sp>
          <p:nvSpPr>
            <p:cNvPr id="21575" name="Rectangle 71">
              <a:extLst>
                <a:ext uri="{FF2B5EF4-FFF2-40B4-BE49-F238E27FC236}">
                  <a16:creationId xmlns:a16="http://schemas.microsoft.com/office/drawing/2014/main" id="{F64C3E57-9B42-E566-0E2A-113FD36DB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21576" name="Line 72">
              <a:extLst>
                <a:ext uri="{FF2B5EF4-FFF2-40B4-BE49-F238E27FC236}">
                  <a16:creationId xmlns:a16="http://schemas.microsoft.com/office/drawing/2014/main" id="{1794E905-BE31-B50E-F107-A2176A542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21577" name="Line 73">
              <a:extLst>
                <a:ext uri="{FF2B5EF4-FFF2-40B4-BE49-F238E27FC236}">
                  <a16:creationId xmlns:a16="http://schemas.microsoft.com/office/drawing/2014/main" id="{0435EFC7-D5DC-5CAD-A087-715578F12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21578" name="Group 74">
            <a:extLst>
              <a:ext uri="{FF2B5EF4-FFF2-40B4-BE49-F238E27FC236}">
                <a16:creationId xmlns:a16="http://schemas.microsoft.com/office/drawing/2014/main" id="{7A1C7ABE-7E43-521B-41AF-80E72DF9CA65}"/>
              </a:ext>
            </a:extLst>
          </p:cNvPr>
          <p:cNvGrpSpPr>
            <a:grpSpLocks/>
          </p:cNvGrpSpPr>
          <p:nvPr/>
        </p:nvGrpSpPr>
        <p:grpSpPr bwMode="auto">
          <a:xfrm>
            <a:off x="8532813" y="2636838"/>
            <a:ext cx="287337" cy="215900"/>
            <a:chOff x="975" y="3203"/>
            <a:chExt cx="181" cy="136"/>
          </a:xfrm>
        </p:grpSpPr>
        <p:sp>
          <p:nvSpPr>
            <p:cNvPr id="21579" name="Rectangle 75">
              <a:extLst>
                <a:ext uri="{FF2B5EF4-FFF2-40B4-BE49-F238E27FC236}">
                  <a16:creationId xmlns:a16="http://schemas.microsoft.com/office/drawing/2014/main" id="{A3F20533-0CAF-4935-2F55-05CB9E088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203"/>
              <a:ext cx="181" cy="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b-NO"/>
            </a:p>
          </p:txBody>
        </p:sp>
        <p:sp>
          <p:nvSpPr>
            <p:cNvPr id="21580" name="Line 76">
              <a:extLst>
                <a:ext uri="{FF2B5EF4-FFF2-40B4-BE49-F238E27FC236}">
                  <a16:creationId xmlns:a16="http://schemas.microsoft.com/office/drawing/2014/main" id="{D8C95526-B163-9D0E-1823-763643082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203"/>
              <a:ext cx="91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  <p:sp>
          <p:nvSpPr>
            <p:cNvPr id="21581" name="Line 77">
              <a:extLst>
                <a:ext uri="{FF2B5EF4-FFF2-40B4-BE49-F238E27FC236}">
                  <a16:creationId xmlns:a16="http://schemas.microsoft.com/office/drawing/2014/main" id="{2CF1D6AB-41A5-77F0-FFFA-C44E66A10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" y="3203"/>
              <a:ext cx="9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nb-NO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411</Words>
  <Application>Microsoft Office PowerPoint</Application>
  <PresentationFormat>Skjermfremvisning (4:3)</PresentationFormat>
  <Paragraphs>250</Paragraphs>
  <Slides>17</Slides>
  <Notes>3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0" baseType="lpstr">
      <vt:lpstr>Arial</vt:lpstr>
      <vt:lpstr>Allegro BT</vt:lpstr>
      <vt:lpstr>Standarddesign</vt:lpstr>
      <vt:lpstr>The beer game 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Step 1: Delivery IN</vt:lpstr>
      <vt:lpstr>Step 2: Order IN</vt:lpstr>
      <vt:lpstr>Step 3: Prepare Delivery</vt:lpstr>
      <vt:lpstr>Step 3: Prepare Delivery</vt:lpstr>
      <vt:lpstr>Step 4: Place your order</vt:lpstr>
      <vt:lpstr>Between weeks: logistics!</vt:lpstr>
      <vt:lpstr>PowerPoint-presentasjon</vt:lpstr>
    </vt:vector>
  </TitlesOfParts>
  <Company>Uni Münster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Kai Riemer</dc:creator>
  <cp:lastModifiedBy>Bård Inge Austigard Pettersen</cp:lastModifiedBy>
  <cp:revision>33</cp:revision>
  <dcterms:created xsi:type="dcterms:W3CDTF">2003-07-21T06:50:22Z</dcterms:created>
  <dcterms:modified xsi:type="dcterms:W3CDTF">2025-11-08T00:41:31Z</dcterms:modified>
</cp:coreProperties>
</file>